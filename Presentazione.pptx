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handoutMasterIdLst>
    <p:handoutMasterId r:id="rId38"/>
  </p:handoutMasterIdLst>
  <p:sldIdLst>
    <p:sldId id="257" r:id="rId6"/>
    <p:sldId id="340" r:id="rId7"/>
    <p:sldId id="262" r:id="rId8"/>
    <p:sldId id="300" r:id="rId9"/>
    <p:sldId id="270" r:id="rId10"/>
    <p:sldId id="280" r:id="rId11"/>
    <p:sldId id="281" r:id="rId12"/>
    <p:sldId id="282" r:id="rId13"/>
    <p:sldId id="283" r:id="rId14"/>
    <p:sldId id="276" r:id="rId15"/>
    <p:sldId id="277" r:id="rId16"/>
    <p:sldId id="284" r:id="rId17"/>
    <p:sldId id="286" r:id="rId18"/>
    <p:sldId id="288" r:id="rId19"/>
    <p:sldId id="303" r:id="rId20"/>
    <p:sldId id="319" r:id="rId21"/>
    <p:sldId id="320" r:id="rId22"/>
    <p:sldId id="321" r:id="rId23"/>
    <p:sldId id="323" r:id="rId24"/>
    <p:sldId id="322" r:id="rId25"/>
    <p:sldId id="324" r:id="rId26"/>
    <p:sldId id="335" r:id="rId27"/>
    <p:sldId id="336" r:id="rId28"/>
    <p:sldId id="325" r:id="rId29"/>
    <p:sldId id="326" r:id="rId30"/>
    <p:sldId id="327" r:id="rId31"/>
    <p:sldId id="328" r:id="rId32"/>
    <p:sldId id="259" r:id="rId33"/>
    <p:sldId id="318" r:id="rId34"/>
    <p:sldId id="316" r:id="rId35"/>
    <p:sldId id="317" r:id="rId36"/>
    <p:sldId id="315" r:id="rId3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795993BB-5A88-4674-8F59-D11203EA9A2B}">
          <p14:sldIdLst>
            <p14:sldId id="257"/>
            <p14:sldId id="340"/>
            <p14:sldId id="262"/>
          </p14:sldIdLst>
        </p14:section>
        <p14:section name="Intro Machine Learning and Fine-tuning" id="{8327AB44-6F10-284E-9799-FBC3AAEBAC58}">
          <p14:sldIdLst>
            <p14:sldId id="300"/>
            <p14:sldId id="270"/>
            <p14:sldId id="280"/>
            <p14:sldId id="281"/>
            <p14:sldId id="282"/>
            <p14:sldId id="283"/>
            <p14:sldId id="276"/>
            <p14:sldId id="277"/>
            <p14:sldId id="284"/>
            <p14:sldId id="286"/>
            <p14:sldId id="288"/>
            <p14:sldId id="303"/>
          </p14:sldIdLst>
        </p14:section>
        <p14:section name="Neural Network" id="{F514640F-6922-804E-9464-AD696A181A36}">
          <p14:sldIdLst>
            <p14:sldId id="319"/>
            <p14:sldId id="320"/>
            <p14:sldId id="321"/>
            <p14:sldId id="323"/>
            <p14:sldId id="322"/>
            <p14:sldId id="324"/>
            <p14:sldId id="335"/>
            <p14:sldId id="336"/>
            <p14:sldId id="325"/>
            <p14:sldId id="326"/>
            <p14:sldId id="327"/>
            <p14:sldId id="328"/>
            <p14:sldId id="259"/>
          </p14:sldIdLst>
        </p14:section>
        <p14:section name="Virtual environment" id="{343A51CD-CEC6-0B4D-BEE0-B3B8CA252FD7}">
          <p14:sldIdLst>
            <p14:sldId id="318"/>
            <p14:sldId id="316"/>
            <p14:sldId id="317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4282"/>
    <a:srgbClr val="FFFF00"/>
    <a:srgbClr val="000000"/>
    <a:srgbClr val="58595B"/>
    <a:srgbClr val="891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57551-9A9D-403E-AAEE-BA8FEF05051B}" v="194" dt="2024-09-06T14:24:04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72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176" y="4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243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microsoft.com/office/2016/11/relationships/changesInfo" Target="changesInfos/changesInfo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orvaglia" userId="2cd0f311674f80f6" providerId="LiveId" clId="{C2057551-9A9D-403E-AAEE-BA8FEF05051B}"/>
    <pc:docChg chg="undo redo custSel addSld delSld modSld sldOrd delSection modSection">
      <pc:chgData name="Andrea Corvaglia" userId="2cd0f311674f80f6" providerId="LiveId" clId="{C2057551-9A9D-403E-AAEE-BA8FEF05051B}" dt="2024-09-06T14:31:03.762" v="4683" actId="729"/>
      <pc:docMkLst>
        <pc:docMk/>
      </pc:docMkLst>
      <pc:sldChg chg="modSp del mod chgLayout">
        <pc:chgData name="Andrea Corvaglia" userId="2cd0f311674f80f6" providerId="LiveId" clId="{C2057551-9A9D-403E-AAEE-BA8FEF05051B}" dt="2024-08-22T12:50:00.664" v="181" actId="47"/>
        <pc:sldMkLst>
          <pc:docMk/>
          <pc:sldMk cId="0" sldId="256"/>
        </pc:sldMkLst>
        <pc:spChg chg="mod ord">
          <ac:chgData name="Andrea Corvaglia" userId="2cd0f311674f80f6" providerId="LiveId" clId="{C2057551-9A9D-403E-AAEE-BA8FEF05051B}" dt="2024-08-22T12:49:51.165" v="180" actId="700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Andrea Corvaglia" userId="2cd0f311674f80f6" providerId="LiveId" clId="{C2057551-9A9D-403E-AAEE-BA8FEF05051B}" dt="2024-08-22T12:49:51.165" v="180" actId="7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Andrea Corvaglia" userId="2cd0f311674f80f6" providerId="LiveId" clId="{C2057551-9A9D-403E-AAEE-BA8FEF05051B}" dt="2024-08-22T12:21:22.562" v="15" actId="20577"/>
        <pc:sldMkLst>
          <pc:docMk/>
          <pc:sldMk cId="1839263120" sldId="257"/>
        </pc:sldMkLst>
        <pc:spChg chg="mod">
          <ac:chgData name="Andrea Corvaglia" userId="2cd0f311674f80f6" providerId="LiveId" clId="{C2057551-9A9D-403E-AAEE-BA8FEF05051B}" dt="2024-08-22T12:21:22.562" v="15" actId="20577"/>
          <ac:spMkLst>
            <pc:docMk/>
            <pc:sldMk cId="1839263120" sldId="257"/>
            <ac:spMk id="3" creationId="{A686DC91-CD5B-5810-8341-13ABB89BF745}"/>
          </ac:spMkLst>
        </pc:spChg>
      </pc:sldChg>
      <pc:sldChg chg="modSp del mod chgLayout">
        <pc:chgData name="Andrea Corvaglia" userId="2cd0f311674f80f6" providerId="LiveId" clId="{C2057551-9A9D-403E-AAEE-BA8FEF05051B}" dt="2024-08-22T12:50:44.326" v="185" actId="47"/>
        <pc:sldMkLst>
          <pc:docMk/>
          <pc:sldMk cId="0" sldId="258"/>
        </pc:sldMkLst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0" sldId="258"/>
            <ac:spMk id="2" creationId="{00000000-0000-0000-0000-000000000000}"/>
          </ac:spMkLst>
        </pc:spChg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Andrea Corvaglia" userId="2cd0f311674f80f6" providerId="LiveId" clId="{C2057551-9A9D-403E-AAEE-BA8FEF05051B}" dt="2024-09-06T12:13:33.143" v="2583" actId="1035"/>
        <pc:sldMkLst>
          <pc:docMk/>
          <pc:sldMk cId="2403033022" sldId="260"/>
        </pc:sldMkLst>
        <pc:spChg chg="mod">
          <ac:chgData name="Andrea Corvaglia" userId="2cd0f311674f80f6" providerId="LiveId" clId="{C2057551-9A9D-403E-AAEE-BA8FEF05051B}" dt="2024-09-06T12:13:33.143" v="2583" actId="1035"/>
          <ac:spMkLst>
            <pc:docMk/>
            <pc:sldMk cId="2403033022" sldId="260"/>
            <ac:spMk id="9" creationId="{A158A127-C8E5-11EF-D868-03C02FDC7482}"/>
          </ac:spMkLst>
        </pc:spChg>
      </pc:sldChg>
      <pc:sldChg chg="modSp del mod chgLayout">
        <pc:chgData name="Andrea Corvaglia" userId="2cd0f311674f80f6" providerId="LiveId" clId="{C2057551-9A9D-403E-AAEE-BA8FEF05051B}" dt="2024-08-22T12:50:44.326" v="185" actId="47"/>
        <pc:sldMkLst>
          <pc:docMk/>
          <pc:sldMk cId="0" sldId="261"/>
        </pc:sldMkLst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0" sldId="261"/>
            <ac:spMk id="2" creationId="{00000000-0000-0000-0000-000000000000}"/>
          </ac:spMkLst>
        </pc:spChg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0" sldId="261"/>
            <ac:spMk id="3" creationId="{00000000-0000-0000-0000-000000000000}"/>
          </ac:spMkLst>
        </pc:spChg>
      </pc:sldChg>
      <pc:sldChg chg="modSp del mod chgLayout">
        <pc:chgData name="Andrea Corvaglia" userId="2cd0f311674f80f6" providerId="LiveId" clId="{C2057551-9A9D-403E-AAEE-BA8FEF05051B}" dt="2024-08-22T12:50:44.326" v="185" actId="47"/>
        <pc:sldMkLst>
          <pc:docMk/>
          <pc:sldMk cId="0" sldId="262"/>
        </pc:sldMkLst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0" sldId="262"/>
            <ac:spMk id="2" creationId="{00000000-0000-0000-0000-000000000000}"/>
          </ac:spMkLst>
        </pc:spChg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0" sldId="262"/>
            <ac:spMk id="3" creationId="{00000000-0000-0000-0000-000000000000}"/>
          </ac:spMkLst>
        </pc:spChg>
      </pc:sldChg>
      <pc:sldChg chg="del">
        <pc:chgData name="Andrea Corvaglia" userId="2cd0f311674f80f6" providerId="LiveId" clId="{C2057551-9A9D-403E-AAEE-BA8FEF05051B}" dt="2024-08-22T12:25:54.198" v="64" actId="47"/>
        <pc:sldMkLst>
          <pc:docMk/>
          <pc:sldMk cId="2037669864" sldId="262"/>
        </pc:sldMkLst>
      </pc:sldChg>
      <pc:sldChg chg="del">
        <pc:chgData name="Andrea Corvaglia" userId="2cd0f311674f80f6" providerId="LiveId" clId="{C2057551-9A9D-403E-AAEE-BA8FEF05051B}" dt="2024-08-22T12:25:56.642" v="65" actId="47"/>
        <pc:sldMkLst>
          <pc:docMk/>
          <pc:sldMk cId="1815386391" sldId="264"/>
        </pc:sldMkLst>
      </pc:sldChg>
      <pc:sldChg chg="del">
        <pc:chgData name="Andrea Corvaglia" userId="2cd0f311674f80f6" providerId="LiveId" clId="{C2057551-9A9D-403E-AAEE-BA8FEF05051B}" dt="2024-08-22T12:21:28.059" v="16" actId="47"/>
        <pc:sldMkLst>
          <pc:docMk/>
          <pc:sldMk cId="1003071846" sldId="265"/>
        </pc:sldMkLst>
      </pc:sldChg>
      <pc:sldChg chg="modSp mod">
        <pc:chgData name="Andrea Corvaglia" userId="2cd0f311674f80f6" providerId="LiveId" clId="{C2057551-9A9D-403E-AAEE-BA8FEF05051B}" dt="2024-09-06T12:12:37.049" v="2574" actId="20577"/>
        <pc:sldMkLst>
          <pc:docMk/>
          <pc:sldMk cId="45302024" sldId="267"/>
        </pc:sldMkLst>
        <pc:spChg chg="mod">
          <ac:chgData name="Andrea Corvaglia" userId="2cd0f311674f80f6" providerId="LiveId" clId="{C2057551-9A9D-403E-AAEE-BA8FEF05051B}" dt="2024-09-06T12:12:37.049" v="2574" actId="20577"/>
          <ac:spMkLst>
            <pc:docMk/>
            <pc:sldMk cId="45302024" sldId="267"/>
            <ac:spMk id="9" creationId="{FC2621CB-E9B2-E019-0660-E385BF35418E}"/>
          </ac:spMkLst>
        </pc:spChg>
      </pc:sldChg>
      <pc:sldChg chg="modSp add del mod">
        <pc:chgData name="Andrea Corvaglia" userId="2cd0f311674f80f6" providerId="LiveId" clId="{C2057551-9A9D-403E-AAEE-BA8FEF05051B}" dt="2024-08-30T06:05:59.180" v="2006" actId="207"/>
        <pc:sldMkLst>
          <pc:docMk/>
          <pc:sldMk cId="614230700" sldId="270"/>
        </pc:sldMkLst>
        <pc:spChg chg="mod">
          <ac:chgData name="Andrea Corvaglia" userId="2cd0f311674f80f6" providerId="LiveId" clId="{C2057551-9A9D-403E-AAEE-BA8FEF05051B}" dt="2024-08-30T06:05:53.366" v="2005" actId="207"/>
          <ac:spMkLst>
            <pc:docMk/>
            <pc:sldMk cId="614230700" sldId="270"/>
            <ac:spMk id="4" creationId="{D6EC3B5A-2D2B-AE29-11BF-785944B0E4DA}"/>
          </ac:spMkLst>
        </pc:spChg>
        <pc:spChg chg="mod">
          <ac:chgData name="Andrea Corvaglia" userId="2cd0f311674f80f6" providerId="LiveId" clId="{C2057551-9A9D-403E-AAEE-BA8FEF05051B}" dt="2024-08-30T06:05:59.180" v="2006" actId="207"/>
          <ac:spMkLst>
            <pc:docMk/>
            <pc:sldMk cId="614230700" sldId="270"/>
            <ac:spMk id="8" creationId="{75D13AA8-CBAF-E079-4544-6C0C04CEC24B}"/>
          </ac:spMkLst>
        </pc:spChg>
      </pc:sldChg>
      <pc:sldChg chg="add del">
        <pc:chgData name="Andrea Corvaglia" userId="2cd0f311674f80f6" providerId="LiveId" clId="{C2057551-9A9D-403E-AAEE-BA8FEF05051B}" dt="2024-08-30T06:05:23.980" v="2004"/>
        <pc:sldMkLst>
          <pc:docMk/>
          <pc:sldMk cId="1135990565" sldId="276"/>
        </pc:sldMkLst>
      </pc:sldChg>
      <pc:sldChg chg="add del">
        <pc:chgData name="Andrea Corvaglia" userId="2cd0f311674f80f6" providerId="LiveId" clId="{C2057551-9A9D-403E-AAEE-BA8FEF05051B}" dt="2024-08-30T06:05:23.980" v="2004"/>
        <pc:sldMkLst>
          <pc:docMk/>
          <pc:sldMk cId="3553117032" sldId="277"/>
        </pc:sldMkLst>
      </pc:sldChg>
      <pc:sldChg chg="add del">
        <pc:chgData name="Andrea Corvaglia" userId="2cd0f311674f80f6" providerId="LiveId" clId="{C2057551-9A9D-403E-AAEE-BA8FEF05051B}" dt="2024-08-30T06:06:26.480" v="2007" actId="47"/>
        <pc:sldMkLst>
          <pc:docMk/>
          <pc:sldMk cId="3754029737" sldId="278"/>
        </pc:sldMkLst>
      </pc:sldChg>
      <pc:sldChg chg="addSp delSp modSp add del mod">
        <pc:chgData name="Andrea Corvaglia" userId="2cd0f311674f80f6" providerId="LiveId" clId="{C2057551-9A9D-403E-AAEE-BA8FEF05051B}" dt="2024-09-06T13:25:18.245" v="4070" actId="1076"/>
        <pc:sldMkLst>
          <pc:docMk/>
          <pc:sldMk cId="4196039307" sldId="280"/>
        </pc:sldMkLst>
        <pc:spChg chg="add mod">
          <ac:chgData name="Andrea Corvaglia" userId="2cd0f311674f80f6" providerId="LiveId" clId="{C2057551-9A9D-403E-AAEE-BA8FEF05051B}" dt="2024-09-06T13:24:20.819" v="3938" actId="21"/>
          <ac:spMkLst>
            <pc:docMk/>
            <pc:sldMk cId="4196039307" sldId="280"/>
            <ac:spMk id="2" creationId="{CDCC987D-EA57-67E2-5E08-7FF0569280F2}"/>
          </ac:spMkLst>
        </pc:spChg>
        <pc:spChg chg="add mod">
          <ac:chgData name="Andrea Corvaglia" userId="2cd0f311674f80f6" providerId="LiveId" clId="{C2057551-9A9D-403E-AAEE-BA8FEF05051B}" dt="2024-09-06T13:25:18.245" v="4070" actId="1076"/>
          <ac:spMkLst>
            <pc:docMk/>
            <pc:sldMk cId="4196039307" sldId="280"/>
            <ac:spMk id="4" creationId="{115744C6-9F3A-39CF-EB99-FC1EE45A2F55}"/>
          </ac:spMkLst>
        </pc:spChg>
        <pc:spChg chg="del">
          <ac:chgData name="Andrea Corvaglia" userId="2cd0f311674f80f6" providerId="LiveId" clId="{C2057551-9A9D-403E-AAEE-BA8FEF05051B}" dt="2024-09-06T13:18:59.808" v="3390" actId="478"/>
          <ac:spMkLst>
            <pc:docMk/>
            <pc:sldMk cId="4196039307" sldId="280"/>
            <ac:spMk id="11" creationId="{C13D5704-3133-ACDB-1755-2841D187FFE7}"/>
          </ac:spMkLst>
        </pc:spChg>
      </pc:sldChg>
      <pc:sldChg chg="add del setBg">
        <pc:chgData name="Andrea Corvaglia" userId="2cd0f311674f80f6" providerId="LiveId" clId="{C2057551-9A9D-403E-AAEE-BA8FEF05051B}" dt="2024-08-30T06:05:23.980" v="2004"/>
        <pc:sldMkLst>
          <pc:docMk/>
          <pc:sldMk cId="2549819503" sldId="281"/>
        </pc:sldMkLst>
      </pc:sldChg>
      <pc:sldChg chg="add del">
        <pc:chgData name="Andrea Corvaglia" userId="2cd0f311674f80f6" providerId="LiveId" clId="{C2057551-9A9D-403E-AAEE-BA8FEF05051B}" dt="2024-08-30T06:05:23.980" v="2004"/>
        <pc:sldMkLst>
          <pc:docMk/>
          <pc:sldMk cId="1428064066" sldId="282"/>
        </pc:sldMkLst>
      </pc:sldChg>
      <pc:sldChg chg="add del">
        <pc:chgData name="Andrea Corvaglia" userId="2cd0f311674f80f6" providerId="LiveId" clId="{C2057551-9A9D-403E-AAEE-BA8FEF05051B}" dt="2024-08-30T06:05:23.980" v="2004"/>
        <pc:sldMkLst>
          <pc:docMk/>
          <pc:sldMk cId="3505738892" sldId="283"/>
        </pc:sldMkLst>
      </pc:sldChg>
      <pc:sldChg chg="addSp delSp modSp mod">
        <pc:chgData name="Andrea Corvaglia" userId="2cd0f311674f80f6" providerId="LiveId" clId="{C2057551-9A9D-403E-AAEE-BA8FEF05051B}" dt="2024-09-06T13:38:01.909" v="4406" actId="20577"/>
        <pc:sldMkLst>
          <pc:docMk/>
          <pc:sldMk cId="1515047150" sldId="284"/>
        </pc:sldMkLst>
        <pc:spChg chg="add del mod">
          <ac:chgData name="Andrea Corvaglia" userId="2cd0f311674f80f6" providerId="LiveId" clId="{C2057551-9A9D-403E-AAEE-BA8FEF05051B}" dt="2024-09-06T13:27:43.076" v="4080"/>
          <ac:spMkLst>
            <pc:docMk/>
            <pc:sldMk cId="1515047150" sldId="284"/>
            <ac:spMk id="2" creationId="{A76B2BAB-7652-9F04-E9C9-73E92E112F9F}"/>
          </ac:spMkLst>
        </pc:spChg>
        <pc:spChg chg="add del mod">
          <ac:chgData name="Andrea Corvaglia" userId="2cd0f311674f80f6" providerId="LiveId" clId="{C2057551-9A9D-403E-AAEE-BA8FEF05051B}" dt="2024-09-06T13:33:35.193" v="4242" actId="478"/>
          <ac:spMkLst>
            <pc:docMk/>
            <pc:sldMk cId="1515047150" sldId="284"/>
            <ac:spMk id="3" creationId="{8435B785-4B19-C451-9CBC-B366A7A811C4}"/>
          </ac:spMkLst>
        </pc:spChg>
        <pc:spChg chg="add del mod">
          <ac:chgData name="Andrea Corvaglia" userId="2cd0f311674f80f6" providerId="LiveId" clId="{C2057551-9A9D-403E-AAEE-BA8FEF05051B}" dt="2024-09-06T13:37:23.430" v="4388" actId="1076"/>
          <ac:spMkLst>
            <pc:docMk/>
            <pc:sldMk cId="1515047150" sldId="284"/>
            <ac:spMk id="5" creationId="{236C1453-8FAE-B521-CD76-EBD9CC9A0084}"/>
          </ac:spMkLst>
        </pc:spChg>
        <pc:spChg chg="add mod">
          <ac:chgData name="Andrea Corvaglia" userId="2cd0f311674f80f6" providerId="LiveId" clId="{C2057551-9A9D-403E-AAEE-BA8FEF05051B}" dt="2024-09-06T13:37:45.012" v="4404" actId="20577"/>
          <ac:spMkLst>
            <pc:docMk/>
            <pc:sldMk cId="1515047150" sldId="284"/>
            <ac:spMk id="6" creationId="{8C591653-154B-D3BC-EF8A-EACB993A5EF9}"/>
          </ac:spMkLst>
        </pc:spChg>
        <pc:spChg chg="mod">
          <ac:chgData name="Andrea Corvaglia" userId="2cd0f311674f80f6" providerId="LiveId" clId="{C2057551-9A9D-403E-AAEE-BA8FEF05051B}" dt="2024-09-06T13:38:01.909" v="4406" actId="20577"/>
          <ac:spMkLst>
            <pc:docMk/>
            <pc:sldMk cId="1515047150" sldId="284"/>
            <ac:spMk id="7" creationId="{7898A5C6-3BC5-1349-3952-6401274BF8B9}"/>
          </ac:spMkLst>
        </pc:spChg>
        <pc:spChg chg="mod">
          <ac:chgData name="Andrea Corvaglia" userId="2cd0f311674f80f6" providerId="LiveId" clId="{C2057551-9A9D-403E-AAEE-BA8FEF05051B}" dt="2024-09-06T13:37:57.042" v="4405" actId="20577"/>
          <ac:spMkLst>
            <pc:docMk/>
            <pc:sldMk cId="1515047150" sldId="284"/>
            <ac:spMk id="11" creationId="{F565C2AD-18D1-9AE4-F5BC-63136818D628}"/>
          </ac:spMkLst>
        </pc:spChg>
        <pc:picChg chg="add mod">
          <ac:chgData name="Andrea Corvaglia" userId="2cd0f311674f80f6" providerId="LiveId" clId="{C2057551-9A9D-403E-AAEE-BA8FEF05051B}" dt="2024-09-06T13:36:57.051" v="4386" actId="1076"/>
          <ac:picMkLst>
            <pc:docMk/>
            <pc:sldMk cId="1515047150" sldId="284"/>
            <ac:picMk id="10" creationId="{6546B2DA-45CD-A148-7275-D99522C356EE}"/>
          </ac:picMkLst>
        </pc:picChg>
      </pc:sldChg>
      <pc:sldChg chg="del">
        <pc:chgData name="Andrea Corvaglia" userId="2cd0f311674f80f6" providerId="LiveId" clId="{C2057551-9A9D-403E-AAEE-BA8FEF05051B}" dt="2024-09-06T13:31:57.117" v="4201" actId="47"/>
        <pc:sldMkLst>
          <pc:docMk/>
          <pc:sldMk cId="3020274811" sldId="285"/>
        </pc:sldMkLst>
      </pc:sldChg>
      <pc:sldChg chg="modSp mod">
        <pc:chgData name="Andrea Corvaglia" userId="2cd0f311674f80f6" providerId="LiveId" clId="{C2057551-9A9D-403E-AAEE-BA8FEF05051B}" dt="2024-09-06T13:40:23.914" v="4408" actId="5793"/>
        <pc:sldMkLst>
          <pc:docMk/>
          <pc:sldMk cId="1960087768" sldId="286"/>
        </pc:sldMkLst>
        <pc:spChg chg="mod">
          <ac:chgData name="Andrea Corvaglia" userId="2cd0f311674f80f6" providerId="LiveId" clId="{C2057551-9A9D-403E-AAEE-BA8FEF05051B}" dt="2024-09-06T13:40:23.914" v="4408" actId="5793"/>
          <ac:spMkLst>
            <pc:docMk/>
            <pc:sldMk cId="1960087768" sldId="286"/>
            <ac:spMk id="3" creationId="{8EDAD2A6-E69D-4857-3D7F-1F6402F30F19}"/>
          </ac:spMkLst>
        </pc:spChg>
      </pc:sldChg>
      <pc:sldChg chg="addSp delSp modSp mod">
        <pc:chgData name="Andrea Corvaglia" userId="2cd0f311674f80f6" providerId="LiveId" clId="{C2057551-9A9D-403E-AAEE-BA8FEF05051B}" dt="2024-09-06T14:03:42.923" v="4437" actId="1076"/>
        <pc:sldMkLst>
          <pc:docMk/>
          <pc:sldMk cId="3721929085" sldId="288"/>
        </pc:sldMkLst>
        <pc:spChg chg="add del mod">
          <ac:chgData name="Andrea Corvaglia" userId="2cd0f311674f80f6" providerId="LiveId" clId="{C2057551-9A9D-403E-AAEE-BA8FEF05051B}" dt="2024-09-06T14:01:43.331" v="4418"/>
          <ac:spMkLst>
            <pc:docMk/>
            <pc:sldMk cId="3721929085" sldId="288"/>
            <ac:spMk id="2" creationId="{095C5A29-6AFE-9343-4758-890CFE4786E8}"/>
          </ac:spMkLst>
        </pc:spChg>
        <pc:spChg chg="add mod">
          <ac:chgData name="Andrea Corvaglia" userId="2cd0f311674f80f6" providerId="LiveId" clId="{C2057551-9A9D-403E-AAEE-BA8FEF05051B}" dt="2024-09-06T14:03:40.447" v="4436" actId="20577"/>
          <ac:spMkLst>
            <pc:docMk/>
            <pc:sldMk cId="3721929085" sldId="288"/>
            <ac:spMk id="4" creationId="{A6944C8E-9A98-8D3D-1FD1-5BE00E8FDE36}"/>
          </ac:spMkLst>
        </pc:spChg>
        <pc:spChg chg="mod">
          <ac:chgData name="Andrea Corvaglia" userId="2cd0f311674f80f6" providerId="LiveId" clId="{C2057551-9A9D-403E-AAEE-BA8FEF05051B}" dt="2024-09-06T14:03:24.709" v="4430" actId="21"/>
          <ac:spMkLst>
            <pc:docMk/>
            <pc:sldMk cId="3721929085" sldId="288"/>
            <ac:spMk id="6" creationId="{5FABE0E2-92A7-9DC7-3FCF-FC6B2DCC5B95}"/>
          </ac:spMkLst>
        </pc:spChg>
        <pc:picChg chg="add mod">
          <ac:chgData name="Andrea Corvaglia" userId="2cd0f311674f80f6" providerId="LiveId" clId="{C2057551-9A9D-403E-AAEE-BA8FEF05051B}" dt="2024-09-06T14:03:42.923" v="4437" actId="1076"/>
          <ac:picMkLst>
            <pc:docMk/>
            <pc:sldMk cId="3721929085" sldId="288"/>
            <ac:picMk id="4099" creationId="{AA36577D-5287-700C-7FA3-A6FB59086A16}"/>
          </ac:picMkLst>
        </pc:picChg>
      </pc:sldChg>
      <pc:sldChg chg="del">
        <pc:chgData name="Andrea Corvaglia" userId="2cd0f311674f80f6" providerId="LiveId" clId="{C2057551-9A9D-403E-AAEE-BA8FEF05051B}" dt="2024-09-06T14:04:08.630" v="4438" actId="47"/>
        <pc:sldMkLst>
          <pc:docMk/>
          <pc:sldMk cId="1917816074" sldId="289"/>
        </pc:sldMkLst>
      </pc:sldChg>
      <pc:sldChg chg="del">
        <pc:chgData name="Andrea Corvaglia" userId="2cd0f311674f80f6" providerId="LiveId" clId="{C2057551-9A9D-403E-AAEE-BA8FEF05051B}" dt="2024-09-06T14:04:10.201" v="4439" actId="47"/>
        <pc:sldMkLst>
          <pc:docMk/>
          <pc:sldMk cId="1681640071" sldId="290"/>
        </pc:sldMkLst>
      </pc:sldChg>
      <pc:sldChg chg="del">
        <pc:chgData name="Andrea Corvaglia" userId="2cd0f311674f80f6" providerId="LiveId" clId="{C2057551-9A9D-403E-AAEE-BA8FEF05051B}" dt="2024-08-22T12:28:07.258" v="82" actId="47"/>
        <pc:sldMkLst>
          <pc:docMk/>
          <pc:sldMk cId="2056824305" sldId="291"/>
        </pc:sldMkLst>
      </pc:sldChg>
      <pc:sldChg chg="mod modShow">
        <pc:chgData name="Andrea Corvaglia" userId="2cd0f311674f80f6" providerId="LiveId" clId="{C2057551-9A9D-403E-AAEE-BA8FEF05051B}" dt="2024-09-06T14:30:46.151" v="4681" actId="729"/>
        <pc:sldMkLst>
          <pc:docMk/>
          <pc:sldMk cId="2576742932" sldId="296"/>
        </pc:sldMkLst>
      </pc:sldChg>
      <pc:sldChg chg="mod modShow">
        <pc:chgData name="Andrea Corvaglia" userId="2cd0f311674f80f6" providerId="LiveId" clId="{C2057551-9A9D-403E-AAEE-BA8FEF05051B}" dt="2024-09-06T14:30:56.630" v="4682" actId="729"/>
        <pc:sldMkLst>
          <pc:docMk/>
          <pc:sldMk cId="3472814959" sldId="297"/>
        </pc:sldMkLst>
      </pc:sldChg>
      <pc:sldChg chg="delSp modSp mod modShow">
        <pc:chgData name="Andrea Corvaglia" userId="2cd0f311674f80f6" providerId="LiveId" clId="{C2057551-9A9D-403E-AAEE-BA8FEF05051B}" dt="2024-09-06T14:31:03.762" v="4683" actId="729"/>
        <pc:sldMkLst>
          <pc:docMk/>
          <pc:sldMk cId="1223028343" sldId="298"/>
        </pc:sldMkLst>
        <pc:spChg chg="del mod">
          <ac:chgData name="Andrea Corvaglia" userId="2cd0f311674f80f6" providerId="LiveId" clId="{C2057551-9A9D-403E-AAEE-BA8FEF05051B}" dt="2024-09-06T14:27:36.754" v="4680"/>
          <ac:spMkLst>
            <pc:docMk/>
            <pc:sldMk cId="1223028343" sldId="298"/>
            <ac:spMk id="3" creationId="{5DF9C3B9-157E-A1A0-FDB1-5A77EF510503}"/>
          </ac:spMkLst>
        </pc:spChg>
        <pc:spChg chg="mod">
          <ac:chgData name="Andrea Corvaglia" userId="2cd0f311674f80f6" providerId="LiveId" clId="{C2057551-9A9D-403E-AAEE-BA8FEF05051B}" dt="2024-09-06T14:27:19.539" v="4677" actId="20577"/>
          <ac:spMkLst>
            <pc:docMk/>
            <pc:sldMk cId="1223028343" sldId="298"/>
            <ac:spMk id="5" creationId="{57536894-D3EF-736E-8C79-043B97ADA7CB}"/>
          </ac:spMkLst>
        </pc:spChg>
      </pc:sldChg>
      <pc:sldChg chg="addSp modSp new mod modClrScheme chgLayout">
        <pc:chgData name="Andrea Corvaglia" userId="2cd0f311674f80f6" providerId="LiveId" clId="{C2057551-9A9D-403E-AAEE-BA8FEF05051B}" dt="2024-08-22T12:27:23.993" v="77"/>
        <pc:sldMkLst>
          <pc:docMk/>
          <pc:sldMk cId="4192353935" sldId="300"/>
        </pc:sldMkLst>
        <pc:spChg chg="add mod">
          <ac:chgData name="Andrea Corvaglia" userId="2cd0f311674f80f6" providerId="LiveId" clId="{C2057551-9A9D-403E-AAEE-BA8FEF05051B}" dt="2024-08-22T12:27:23.993" v="77"/>
          <ac:spMkLst>
            <pc:docMk/>
            <pc:sldMk cId="4192353935" sldId="300"/>
            <ac:spMk id="2" creationId="{B52F973F-8EAB-C1A6-5847-1D486CD59103}"/>
          </ac:spMkLst>
        </pc:spChg>
      </pc:sldChg>
      <pc:sldChg chg="addSp modSp add mod">
        <pc:chgData name="Andrea Corvaglia" userId="2cd0f311674f80f6" providerId="LiveId" clId="{C2057551-9A9D-403E-AAEE-BA8FEF05051B}" dt="2024-08-22T12:28:03.781" v="81" actId="1076"/>
        <pc:sldMkLst>
          <pc:docMk/>
          <pc:sldMk cId="1294123561" sldId="301"/>
        </pc:sldMkLst>
        <pc:spChg chg="mod">
          <ac:chgData name="Andrea Corvaglia" userId="2cd0f311674f80f6" providerId="LiveId" clId="{C2057551-9A9D-403E-AAEE-BA8FEF05051B}" dt="2024-08-22T12:27:51.507" v="79"/>
          <ac:spMkLst>
            <pc:docMk/>
            <pc:sldMk cId="1294123561" sldId="301"/>
            <ac:spMk id="2" creationId="{B52F973F-8EAB-C1A6-5847-1D486CD59103}"/>
          </ac:spMkLst>
        </pc:spChg>
        <pc:spChg chg="add mod">
          <ac:chgData name="Andrea Corvaglia" userId="2cd0f311674f80f6" providerId="LiveId" clId="{C2057551-9A9D-403E-AAEE-BA8FEF05051B}" dt="2024-08-22T12:28:03.781" v="81" actId="1076"/>
          <ac:spMkLst>
            <pc:docMk/>
            <pc:sldMk cId="1294123561" sldId="301"/>
            <ac:spMk id="4" creationId="{507B2BFA-7E52-4D74-507E-8257EBF536F5}"/>
          </ac:spMkLst>
        </pc:spChg>
      </pc:sldChg>
      <pc:sldChg chg="modSp add mod">
        <pc:chgData name="Andrea Corvaglia" userId="2cd0f311674f80f6" providerId="LiveId" clId="{C2057551-9A9D-403E-AAEE-BA8FEF05051B}" dt="2024-08-22T12:29:51.020" v="176" actId="20577"/>
        <pc:sldMkLst>
          <pc:docMk/>
          <pc:sldMk cId="3162914283" sldId="302"/>
        </pc:sldMkLst>
        <pc:spChg chg="mod">
          <ac:chgData name="Andrea Corvaglia" userId="2cd0f311674f80f6" providerId="LiveId" clId="{C2057551-9A9D-403E-AAEE-BA8FEF05051B}" dt="2024-08-22T12:29:46.864" v="175" actId="20577"/>
          <ac:spMkLst>
            <pc:docMk/>
            <pc:sldMk cId="3162914283" sldId="302"/>
            <ac:spMk id="2" creationId="{B52F973F-8EAB-C1A6-5847-1D486CD59103}"/>
          </ac:spMkLst>
        </pc:spChg>
        <pc:spChg chg="mod">
          <ac:chgData name="Andrea Corvaglia" userId="2cd0f311674f80f6" providerId="LiveId" clId="{C2057551-9A9D-403E-AAEE-BA8FEF05051B}" dt="2024-08-22T12:29:51.020" v="176" actId="20577"/>
          <ac:spMkLst>
            <pc:docMk/>
            <pc:sldMk cId="3162914283" sldId="302"/>
            <ac:spMk id="4" creationId="{507B2BFA-7E52-4D74-507E-8257EBF536F5}"/>
          </ac:spMkLst>
        </pc:spChg>
      </pc:sldChg>
      <pc:sldChg chg="addSp modSp add mod ord">
        <pc:chgData name="Andrea Corvaglia" userId="2cd0f311674f80f6" providerId="LiveId" clId="{C2057551-9A9D-403E-AAEE-BA8FEF05051B}" dt="2024-09-06T14:10:20.194" v="4501" actId="1076"/>
        <pc:sldMkLst>
          <pc:docMk/>
          <pc:sldMk cId="2879714939" sldId="303"/>
        </pc:sldMkLst>
        <pc:spChg chg="mod ord">
          <ac:chgData name="Andrea Corvaglia" userId="2cd0f311674f80f6" providerId="LiveId" clId="{C2057551-9A9D-403E-AAEE-BA8FEF05051B}" dt="2024-09-06T14:09:34.338" v="4469" actId="166"/>
          <ac:spMkLst>
            <pc:docMk/>
            <pc:sldMk cId="2879714939" sldId="303"/>
            <ac:spMk id="3" creationId="{1242CF93-C87A-0F2B-7E88-F5A866C0E052}"/>
          </ac:spMkLst>
        </pc:spChg>
        <pc:spChg chg="add mod">
          <ac:chgData name="Andrea Corvaglia" userId="2cd0f311674f80f6" providerId="LiveId" clId="{C2057551-9A9D-403E-AAEE-BA8FEF05051B}" dt="2024-09-06T14:10:09.022" v="4483" actId="1076"/>
          <ac:spMkLst>
            <pc:docMk/>
            <pc:sldMk cId="2879714939" sldId="303"/>
            <ac:spMk id="4" creationId="{12B382FE-0F6B-AB33-0691-40CE290CF90D}"/>
          </ac:spMkLst>
        </pc:spChg>
        <pc:spChg chg="add mod">
          <ac:chgData name="Andrea Corvaglia" userId="2cd0f311674f80f6" providerId="LiveId" clId="{C2057551-9A9D-403E-AAEE-BA8FEF05051B}" dt="2024-09-06T14:10:20.194" v="4501" actId="1076"/>
          <ac:spMkLst>
            <pc:docMk/>
            <pc:sldMk cId="2879714939" sldId="303"/>
            <ac:spMk id="6" creationId="{13C94C5A-678D-1B78-4EB6-FB4603325EA1}"/>
          </ac:spMkLst>
        </pc:spChg>
        <pc:picChg chg="add mod">
          <ac:chgData name="Andrea Corvaglia" userId="2cd0f311674f80f6" providerId="LiveId" clId="{C2057551-9A9D-403E-AAEE-BA8FEF05051B}" dt="2024-09-06T14:08:36.708" v="4453" actId="14100"/>
          <ac:picMkLst>
            <pc:docMk/>
            <pc:sldMk cId="2879714939" sldId="303"/>
            <ac:picMk id="5122" creationId="{E652B401-A35D-8B56-2AE3-0418B3502213}"/>
          </ac:picMkLst>
        </pc:picChg>
        <pc:picChg chg="add mod">
          <ac:chgData name="Andrea Corvaglia" userId="2cd0f311674f80f6" providerId="LiveId" clId="{C2057551-9A9D-403E-AAEE-BA8FEF05051B}" dt="2024-09-06T14:10:14.181" v="4500" actId="1035"/>
          <ac:picMkLst>
            <pc:docMk/>
            <pc:sldMk cId="2879714939" sldId="303"/>
            <ac:picMk id="5124" creationId="{F905A059-ACBF-7BAC-CD55-2F16FBED02F7}"/>
          </ac:picMkLst>
        </pc:picChg>
      </pc:sldChg>
      <pc:sldChg chg="addSp delSp modSp del mod chgLayout">
        <pc:chgData name="Andrea Corvaglia" userId="2cd0f311674f80f6" providerId="LiveId" clId="{C2057551-9A9D-403E-AAEE-BA8FEF05051B}" dt="2024-09-06T14:20:54.004" v="4618" actId="1076"/>
        <pc:sldMkLst>
          <pc:docMk/>
          <pc:sldMk cId="2433445304" sldId="304"/>
        </pc:sldMkLst>
        <pc:spChg chg="mod ord">
          <ac:chgData name="Andrea Corvaglia" userId="2cd0f311674f80f6" providerId="LiveId" clId="{C2057551-9A9D-403E-AAEE-BA8FEF05051B}" dt="2024-08-22T12:50:23.344" v="183" actId="108"/>
          <ac:spMkLst>
            <pc:docMk/>
            <pc:sldMk cId="2433445304" sldId="304"/>
            <ac:spMk id="2" creationId="{00000000-0000-0000-0000-000000000000}"/>
          </ac:spMkLst>
        </pc:spChg>
        <pc:spChg chg="add del mod">
          <ac:chgData name="Andrea Corvaglia" userId="2cd0f311674f80f6" providerId="LiveId" clId="{C2057551-9A9D-403E-AAEE-BA8FEF05051B}" dt="2024-09-06T14:16:00.888" v="4581"/>
          <ac:spMkLst>
            <pc:docMk/>
            <pc:sldMk cId="2433445304" sldId="304"/>
            <ac:spMk id="2" creationId="{58DFBA0E-74B4-88DE-7217-010C188935F4}"/>
          </ac:spMkLst>
        </pc:spChg>
        <pc:spChg chg="mod ord">
          <ac:chgData name="Andrea Corvaglia" userId="2cd0f311674f80f6" providerId="LiveId" clId="{C2057551-9A9D-403E-AAEE-BA8FEF05051B}" dt="2024-08-22T12:50:35.241" v="184" actId="108"/>
          <ac:spMkLst>
            <pc:docMk/>
            <pc:sldMk cId="2433445304" sldId="304"/>
            <ac:spMk id="3" creationId="{00000000-0000-0000-0000-000000000000}"/>
          </ac:spMkLst>
        </pc:spChg>
        <pc:spChg chg="mod">
          <ac:chgData name="Andrea Corvaglia" userId="2cd0f311674f80f6" providerId="LiveId" clId="{C2057551-9A9D-403E-AAEE-BA8FEF05051B}" dt="2024-09-06T14:14:31.191" v="4568" actId="14100"/>
          <ac:spMkLst>
            <pc:docMk/>
            <pc:sldMk cId="2433445304" sldId="304"/>
            <ac:spMk id="3" creationId="{5DF9C3B9-157E-A1A0-FDB1-5A77EF510503}"/>
          </ac:spMkLst>
        </pc:spChg>
        <pc:spChg chg="mod">
          <ac:chgData name="Andrea Corvaglia" userId="2cd0f311674f80f6" providerId="LiveId" clId="{C2057551-9A9D-403E-AAEE-BA8FEF05051B}" dt="2024-09-06T14:20:54.004" v="4618" actId="1076"/>
          <ac:spMkLst>
            <pc:docMk/>
            <pc:sldMk cId="2433445304" sldId="304"/>
            <ac:spMk id="6" creationId="{C7245620-0200-A97B-1A80-CFB6864CA4E2}"/>
          </ac:spMkLst>
        </pc:spChg>
        <pc:picChg chg="add mod">
          <ac:chgData name="Andrea Corvaglia" userId="2cd0f311674f80f6" providerId="LiveId" clId="{C2057551-9A9D-403E-AAEE-BA8FEF05051B}" dt="2024-09-06T14:20:29.383" v="4612" actId="1076"/>
          <ac:picMkLst>
            <pc:docMk/>
            <pc:sldMk cId="2433445304" sldId="304"/>
            <ac:picMk id="4" creationId="{A6DAD8EE-6782-88A8-115C-6E91B7AF5502}"/>
          </ac:picMkLst>
        </pc:picChg>
        <pc:picChg chg="add del mod">
          <ac:chgData name="Andrea Corvaglia" userId="2cd0f311674f80f6" providerId="LiveId" clId="{C2057551-9A9D-403E-AAEE-BA8FEF05051B}" dt="2024-09-06T14:19:02.322" v="4591" actId="478"/>
          <ac:picMkLst>
            <pc:docMk/>
            <pc:sldMk cId="2433445304" sldId="304"/>
            <ac:picMk id="6147" creationId="{93E2211E-6BF0-F6E7-A977-B4E88613F657}"/>
          </ac:picMkLst>
        </pc:picChg>
        <pc:picChg chg="add mod">
          <ac:chgData name="Andrea Corvaglia" userId="2cd0f311674f80f6" providerId="LiveId" clId="{C2057551-9A9D-403E-AAEE-BA8FEF05051B}" dt="2024-09-06T14:20:41.414" v="4617" actId="14100"/>
          <ac:picMkLst>
            <pc:docMk/>
            <pc:sldMk cId="2433445304" sldId="304"/>
            <ac:picMk id="6149" creationId="{92FA3E0E-E717-A910-0CBC-877A98C4689E}"/>
          </ac:picMkLst>
        </pc:picChg>
      </pc:sldChg>
      <pc:sldChg chg="new del">
        <pc:chgData name="Andrea Corvaglia" userId="2cd0f311674f80f6" providerId="LiveId" clId="{C2057551-9A9D-403E-AAEE-BA8FEF05051B}" dt="2024-08-22T14:30:02.184" v="187" actId="47"/>
        <pc:sldMkLst>
          <pc:docMk/>
          <pc:sldMk cId="3381487625" sldId="304"/>
        </pc:sldMkLst>
      </pc:sldChg>
      <pc:sldChg chg="modSp add del mod chgLayout">
        <pc:chgData name="Andrea Corvaglia" userId="2cd0f311674f80f6" providerId="LiveId" clId="{C2057551-9A9D-403E-AAEE-BA8FEF05051B}" dt="2024-08-22T14:40:28.425" v="1626" actId="20577"/>
        <pc:sldMkLst>
          <pc:docMk/>
          <pc:sldMk cId="1658496949" sldId="305"/>
        </pc:sldMkLst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1658496949" sldId="305"/>
            <ac:spMk id="2" creationId="{00000000-0000-0000-0000-000000000000}"/>
          </ac:spMkLst>
        </pc:spChg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1658496949" sldId="305"/>
            <ac:spMk id="3" creationId="{00000000-0000-0000-0000-000000000000}"/>
          </ac:spMkLst>
        </pc:spChg>
        <pc:spChg chg="mod">
          <ac:chgData name="Andrea Corvaglia" userId="2cd0f311674f80f6" providerId="LiveId" clId="{C2057551-9A9D-403E-AAEE-BA8FEF05051B}" dt="2024-08-22T14:40:28.425" v="1626" actId="20577"/>
          <ac:spMkLst>
            <pc:docMk/>
            <pc:sldMk cId="1658496949" sldId="305"/>
            <ac:spMk id="3" creationId="{5DF9C3B9-157E-A1A0-FDB1-5A77EF510503}"/>
          </ac:spMkLst>
        </pc:spChg>
        <pc:spChg chg="mod">
          <ac:chgData name="Andrea Corvaglia" userId="2cd0f311674f80f6" providerId="LiveId" clId="{C2057551-9A9D-403E-AAEE-BA8FEF05051B}" dt="2024-08-22T14:40:17.596" v="1622" actId="12"/>
          <ac:spMkLst>
            <pc:docMk/>
            <pc:sldMk cId="1658496949" sldId="305"/>
            <ac:spMk id="6" creationId="{C7245620-0200-A97B-1A80-CFB6864CA4E2}"/>
          </ac:spMkLst>
        </pc:spChg>
      </pc:sldChg>
      <pc:sldChg chg="addSp delSp modSp add del mod chgLayout">
        <pc:chgData name="Andrea Corvaglia" userId="2cd0f311674f80f6" providerId="LiveId" clId="{C2057551-9A9D-403E-AAEE-BA8FEF05051B}" dt="2024-09-06T14:24:04.564" v="4639" actId="1076"/>
        <pc:sldMkLst>
          <pc:docMk/>
          <pc:sldMk cId="150593731" sldId="306"/>
        </pc:sldMkLst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150593731" sldId="306"/>
            <ac:spMk id="2" creationId="{00000000-0000-0000-0000-000000000000}"/>
          </ac:spMkLst>
        </pc:spChg>
        <pc:spChg chg="add del">
          <ac:chgData name="Andrea Corvaglia" userId="2cd0f311674f80f6" providerId="LiveId" clId="{C2057551-9A9D-403E-AAEE-BA8FEF05051B}" dt="2024-08-22T14:48:11.926" v="1793" actId="478"/>
          <ac:spMkLst>
            <pc:docMk/>
            <pc:sldMk cId="150593731" sldId="306"/>
            <ac:spMk id="2" creationId="{12F52DB6-FE5F-9BA9-36A2-4DB60E2F2987}"/>
          </ac:spMkLst>
        </pc:spChg>
        <pc:spChg chg="add del mod">
          <ac:chgData name="Andrea Corvaglia" userId="2cd0f311674f80f6" providerId="LiveId" clId="{C2057551-9A9D-403E-AAEE-BA8FEF05051B}" dt="2024-09-06T14:22:36.789" v="4623"/>
          <ac:spMkLst>
            <pc:docMk/>
            <pc:sldMk cId="150593731" sldId="306"/>
            <ac:spMk id="2" creationId="{87FF2E13-322D-044E-96D0-1B7E39173F44}"/>
          </ac:spMkLst>
        </pc:spChg>
        <pc:spChg chg="mod ord">
          <ac:chgData name="Andrea Corvaglia" userId="2cd0f311674f80f6" providerId="LiveId" clId="{C2057551-9A9D-403E-AAEE-BA8FEF05051B}" dt="2024-08-22T12:50:08.647" v="182" actId="700"/>
          <ac:spMkLst>
            <pc:docMk/>
            <pc:sldMk cId="150593731" sldId="306"/>
            <ac:spMk id="3" creationId="{00000000-0000-0000-0000-000000000000}"/>
          </ac:spMkLst>
        </pc:spChg>
        <pc:spChg chg="mod">
          <ac:chgData name="Andrea Corvaglia" userId="2cd0f311674f80f6" providerId="LiveId" clId="{C2057551-9A9D-403E-AAEE-BA8FEF05051B}" dt="2024-09-06T14:23:42.367" v="4638" actId="108"/>
          <ac:spMkLst>
            <pc:docMk/>
            <pc:sldMk cId="150593731" sldId="306"/>
            <ac:spMk id="3" creationId="{5DF9C3B9-157E-A1A0-FDB1-5A77EF510503}"/>
          </ac:spMkLst>
        </pc:spChg>
        <pc:spChg chg="add del mod">
          <ac:chgData name="Andrea Corvaglia" userId="2cd0f311674f80f6" providerId="LiveId" clId="{C2057551-9A9D-403E-AAEE-BA8FEF05051B}" dt="2024-09-06T14:23:17.878" v="4636" actId="14100"/>
          <ac:spMkLst>
            <pc:docMk/>
            <pc:sldMk cId="150593731" sldId="306"/>
            <ac:spMk id="6" creationId="{C7245620-0200-A97B-1A80-CFB6864CA4E2}"/>
          </ac:spMkLst>
        </pc:spChg>
        <pc:picChg chg="add del mod">
          <ac:chgData name="Andrea Corvaglia" userId="2cd0f311674f80f6" providerId="LiveId" clId="{C2057551-9A9D-403E-AAEE-BA8FEF05051B}" dt="2024-09-06T14:24:04.564" v="4639" actId="1076"/>
          <ac:picMkLst>
            <pc:docMk/>
            <pc:sldMk cId="150593731" sldId="306"/>
            <ac:picMk id="1028" creationId="{BB44A58B-8D2A-2C30-2F59-5FC40DEBD5D0}"/>
          </ac:picMkLst>
        </pc:picChg>
      </pc:sldChg>
      <pc:sldChg chg="addSp delSp modSp add mod">
        <pc:chgData name="Andrea Corvaglia" userId="2cd0f311674f80f6" providerId="LiveId" clId="{C2057551-9A9D-403E-AAEE-BA8FEF05051B}" dt="2024-08-22T14:53:49.639" v="1851" actId="1076"/>
        <pc:sldMkLst>
          <pc:docMk/>
          <pc:sldMk cId="3787402984" sldId="307"/>
        </pc:sldMkLst>
        <pc:spChg chg="mod">
          <ac:chgData name="Andrea Corvaglia" userId="2cd0f311674f80f6" providerId="LiveId" clId="{C2057551-9A9D-403E-AAEE-BA8FEF05051B}" dt="2024-08-22T14:49:43.355" v="1812" actId="20577"/>
          <ac:spMkLst>
            <pc:docMk/>
            <pc:sldMk cId="3787402984" sldId="307"/>
            <ac:spMk id="3" creationId="{5DF9C3B9-157E-A1A0-FDB1-5A77EF510503}"/>
          </ac:spMkLst>
        </pc:spChg>
        <pc:spChg chg="add mod">
          <ac:chgData name="Andrea Corvaglia" userId="2cd0f311674f80f6" providerId="LiveId" clId="{C2057551-9A9D-403E-AAEE-BA8FEF05051B}" dt="2024-08-22T14:52:08.633" v="1836" actId="1076"/>
          <ac:spMkLst>
            <pc:docMk/>
            <pc:sldMk cId="3787402984" sldId="307"/>
            <ac:spMk id="4" creationId="{287C3508-B94F-60EF-B178-3CC109FC8452}"/>
          </ac:spMkLst>
        </pc:spChg>
        <pc:spChg chg="del mod">
          <ac:chgData name="Andrea Corvaglia" userId="2cd0f311674f80f6" providerId="LiveId" clId="{C2057551-9A9D-403E-AAEE-BA8FEF05051B}" dt="2024-08-22T14:49:44.304" v="1814"/>
          <ac:spMkLst>
            <pc:docMk/>
            <pc:sldMk cId="3787402984" sldId="307"/>
            <ac:spMk id="6" creationId="{C7245620-0200-A97B-1A80-CFB6864CA4E2}"/>
          </ac:spMkLst>
        </pc:spChg>
        <pc:spChg chg="add mod">
          <ac:chgData name="Andrea Corvaglia" userId="2cd0f311674f80f6" providerId="LiveId" clId="{C2057551-9A9D-403E-AAEE-BA8FEF05051B}" dt="2024-08-22T14:53:49.639" v="1851" actId="1076"/>
          <ac:spMkLst>
            <pc:docMk/>
            <pc:sldMk cId="3787402984" sldId="307"/>
            <ac:spMk id="7" creationId="{A35D7B06-F9F0-6723-B2B7-1CB2F4864130}"/>
          </ac:spMkLst>
        </pc:spChg>
        <pc:picChg chg="del">
          <ac:chgData name="Andrea Corvaglia" userId="2cd0f311674f80f6" providerId="LiveId" clId="{C2057551-9A9D-403E-AAEE-BA8FEF05051B}" dt="2024-08-22T14:49:33.996" v="1805" actId="478"/>
          <ac:picMkLst>
            <pc:docMk/>
            <pc:sldMk cId="3787402984" sldId="307"/>
            <ac:picMk id="1028" creationId="{BB44A58B-8D2A-2C30-2F59-5FC40DEBD5D0}"/>
          </ac:picMkLst>
        </pc:picChg>
        <pc:picChg chg="add mod">
          <ac:chgData name="Andrea Corvaglia" userId="2cd0f311674f80f6" providerId="LiveId" clId="{C2057551-9A9D-403E-AAEE-BA8FEF05051B}" dt="2024-08-22T14:53:37.785" v="1848" actId="14100"/>
          <ac:picMkLst>
            <pc:docMk/>
            <pc:sldMk cId="3787402984" sldId="307"/>
            <ac:picMk id="2050" creationId="{98EC5E7B-9F2C-2A4C-101E-093474003516}"/>
          </ac:picMkLst>
        </pc:picChg>
      </pc:sldChg>
      <pc:sldChg chg="addSp delSp modSp add mod">
        <pc:chgData name="Andrea Corvaglia" userId="2cd0f311674f80f6" providerId="LiveId" clId="{C2057551-9A9D-403E-AAEE-BA8FEF05051B}" dt="2024-08-22T14:56:20.087" v="1873" actId="12"/>
        <pc:sldMkLst>
          <pc:docMk/>
          <pc:sldMk cId="826143110" sldId="308"/>
        </pc:sldMkLst>
        <pc:spChg chg="mod">
          <ac:chgData name="Andrea Corvaglia" userId="2cd0f311674f80f6" providerId="LiveId" clId="{C2057551-9A9D-403E-AAEE-BA8FEF05051B}" dt="2024-08-22T14:54:53.945" v="1855"/>
          <ac:spMkLst>
            <pc:docMk/>
            <pc:sldMk cId="826143110" sldId="308"/>
            <ac:spMk id="3" creationId="{5DF9C3B9-157E-A1A0-FDB1-5A77EF510503}"/>
          </ac:spMkLst>
        </pc:spChg>
        <pc:spChg chg="mod">
          <ac:chgData name="Andrea Corvaglia" userId="2cd0f311674f80f6" providerId="LiveId" clId="{C2057551-9A9D-403E-AAEE-BA8FEF05051B}" dt="2024-08-22T14:54:44.539" v="1854"/>
          <ac:spMkLst>
            <pc:docMk/>
            <pc:sldMk cId="826143110" sldId="308"/>
            <ac:spMk id="4" creationId="{287C3508-B94F-60EF-B178-3CC109FC8452}"/>
          </ac:spMkLst>
        </pc:spChg>
        <pc:spChg chg="add mod">
          <ac:chgData name="Andrea Corvaglia" userId="2cd0f311674f80f6" providerId="LiveId" clId="{C2057551-9A9D-403E-AAEE-BA8FEF05051B}" dt="2024-08-22T14:56:20.087" v="1873" actId="12"/>
          <ac:spMkLst>
            <pc:docMk/>
            <pc:sldMk cId="826143110" sldId="308"/>
            <ac:spMk id="5" creationId="{2FAEE8B3-B1C2-0C49-07E7-0C40B1EAFA38}"/>
          </ac:spMkLst>
        </pc:spChg>
        <pc:spChg chg="del">
          <ac:chgData name="Andrea Corvaglia" userId="2cd0f311674f80f6" providerId="LiveId" clId="{C2057551-9A9D-403E-AAEE-BA8FEF05051B}" dt="2024-08-22T14:55:12.044" v="1856" actId="478"/>
          <ac:spMkLst>
            <pc:docMk/>
            <pc:sldMk cId="826143110" sldId="308"/>
            <ac:spMk id="7" creationId="{A35D7B06-F9F0-6723-B2B7-1CB2F4864130}"/>
          </ac:spMkLst>
        </pc:spChg>
        <pc:picChg chg="del">
          <ac:chgData name="Andrea Corvaglia" userId="2cd0f311674f80f6" providerId="LiveId" clId="{C2057551-9A9D-403E-AAEE-BA8FEF05051B}" dt="2024-08-22T14:54:01.976" v="1853" actId="478"/>
          <ac:picMkLst>
            <pc:docMk/>
            <pc:sldMk cId="826143110" sldId="308"/>
            <ac:picMk id="2050" creationId="{98EC5E7B-9F2C-2A4C-101E-093474003516}"/>
          </ac:picMkLst>
        </pc:picChg>
        <pc:picChg chg="add mod">
          <ac:chgData name="Andrea Corvaglia" userId="2cd0f311674f80f6" providerId="LiveId" clId="{C2057551-9A9D-403E-AAEE-BA8FEF05051B}" dt="2024-08-22T14:55:41.326" v="1862" actId="14100"/>
          <ac:picMkLst>
            <pc:docMk/>
            <pc:sldMk cId="826143110" sldId="308"/>
            <ac:picMk id="3074" creationId="{472D6610-9D94-736A-9F8A-E8433816C1D4}"/>
          </ac:picMkLst>
        </pc:picChg>
      </pc:sldChg>
      <pc:sldChg chg="addSp delSp modSp add mod">
        <pc:chgData name="Andrea Corvaglia" userId="2cd0f311674f80f6" providerId="LiveId" clId="{C2057551-9A9D-403E-AAEE-BA8FEF05051B}" dt="2024-08-22T14:59:32.079" v="1902" actId="1076"/>
        <pc:sldMkLst>
          <pc:docMk/>
          <pc:sldMk cId="3043653296" sldId="309"/>
        </pc:sldMkLst>
        <pc:spChg chg="mod">
          <ac:chgData name="Andrea Corvaglia" userId="2cd0f311674f80f6" providerId="LiveId" clId="{C2057551-9A9D-403E-AAEE-BA8FEF05051B}" dt="2024-08-22T14:57:54.838" v="1879"/>
          <ac:spMkLst>
            <pc:docMk/>
            <pc:sldMk cId="3043653296" sldId="309"/>
            <ac:spMk id="3" creationId="{5DF9C3B9-157E-A1A0-FDB1-5A77EF510503}"/>
          </ac:spMkLst>
        </pc:spChg>
        <pc:spChg chg="mod">
          <ac:chgData name="Andrea Corvaglia" userId="2cd0f311674f80f6" providerId="LiveId" clId="{C2057551-9A9D-403E-AAEE-BA8FEF05051B}" dt="2024-08-22T14:58:32.316" v="1890" actId="12"/>
          <ac:spMkLst>
            <pc:docMk/>
            <pc:sldMk cId="3043653296" sldId="309"/>
            <ac:spMk id="4" creationId="{287C3508-B94F-60EF-B178-3CC109FC8452}"/>
          </ac:spMkLst>
        </pc:spChg>
        <pc:spChg chg="del">
          <ac:chgData name="Andrea Corvaglia" userId="2cd0f311674f80f6" providerId="LiveId" clId="{C2057551-9A9D-403E-AAEE-BA8FEF05051B}" dt="2024-08-22T14:57:48.359" v="1877" actId="478"/>
          <ac:spMkLst>
            <pc:docMk/>
            <pc:sldMk cId="3043653296" sldId="309"/>
            <ac:spMk id="5" creationId="{2FAEE8B3-B1C2-0C49-07E7-0C40B1EAFA38}"/>
          </ac:spMkLst>
        </pc:spChg>
        <pc:spChg chg="add mod">
          <ac:chgData name="Andrea Corvaglia" userId="2cd0f311674f80f6" providerId="LiveId" clId="{C2057551-9A9D-403E-AAEE-BA8FEF05051B}" dt="2024-08-22T14:59:32.079" v="1902" actId="1076"/>
          <ac:spMkLst>
            <pc:docMk/>
            <pc:sldMk cId="3043653296" sldId="309"/>
            <ac:spMk id="6" creationId="{E9B0428C-27F0-7B90-0378-8A0CAB8B7DEC}"/>
          </ac:spMkLst>
        </pc:spChg>
        <pc:picChg chg="mod">
          <ac:chgData name="Andrea Corvaglia" userId="2cd0f311674f80f6" providerId="LiveId" clId="{C2057551-9A9D-403E-AAEE-BA8FEF05051B}" dt="2024-08-22T14:58:59.355" v="1895" actId="1076"/>
          <ac:picMkLst>
            <pc:docMk/>
            <pc:sldMk cId="3043653296" sldId="309"/>
            <ac:picMk id="3074" creationId="{472D6610-9D94-736A-9F8A-E8433816C1D4}"/>
          </ac:picMkLst>
        </pc:picChg>
      </pc:sldChg>
      <pc:sldChg chg="addSp delSp modSp add mod">
        <pc:chgData name="Andrea Corvaglia" userId="2cd0f311674f80f6" providerId="LiveId" clId="{C2057551-9A9D-403E-AAEE-BA8FEF05051B}" dt="2024-08-22T15:05:56.240" v="1979" actId="14100"/>
        <pc:sldMkLst>
          <pc:docMk/>
          <pc:sldMk cId="796495253" sldId="310"/>
        </pc:sldMkLst>
        <pc:spChg chg="add del mod">
          <ac:chgData name="Andrea Corvaglia" userId="2cd0f311674f80f6" providerId="LiveId" clId="{C2057551-9A9D-403E-AAEE-BA8FEF05051B}" dt="2024-08-22T15:01:34.213" v="1915"/>
          <ac:spMkLst>
            <pc:docMk/>
            <pc:sldMk cId="796495253" sldId="310"/>
            <ac:spMk id="2" creationId="{B2E784E0-CDE9-4B83-1AF5-9FA3FF793FFE}"/>
          </ac:spMkLst>
        </pc:spChg>
        <pc:spChg chg="mod">
          <ac:chgData name="Andrea Corvaglia" userId="2cd0f311674f80f6" providerId="LiveId" clId="{C2057551-9A9D-403E-AAEE-BA8FEF05051B}" dt="2024-08-22T15:02:18.870" v="1925" actId="108"/>
          <ac:spMkLst>
            <pc:docMk/>
            <pc:sldMk cId="796495253" sldId="310"/>
            <ac:spMk id="3" creationId="{5DF9C3B9-157E-A1A0-FDB1-5A77EF510503}"/>
          </ac:spMkLst>
        </pc:spChg>
        <pc:spChg chg="mod">
          <ac:chgData name="Andrea Corvaglia" userId="2cd0f311674f80f6" providerId="LiveId" clId="{C2057551-9A9D-403E-AAEE-BA8FEF05051B}" dt="2024-08-22T15:04:17.520" v="1956"/>
          <ac:spMkLst>
            <pc:docMk/>
            <pc:sldMk cId="796495253" sldId="310"/>
            <ac:spMk id="4" creationId="{287C3508-B94F-60EF-B178-3CC109FC8452}"/>
          </ac:spMkLst>
        </pc:spChg>
        <pc:spChg chg="add">
          <ac:chgData name="Andrea Corvaglia" userId="2cd0f311674f80f6" providerId="LiveId" clId="{C2057551-9A9D-403E-AAEE-BA8FEF05051B}" dt="2024-08-22T15:03:58.234" v="1954"/>
          <ac:spMkLst>
            <pc:docMk/>
            <pc:sldMk cId="796495253" sldId="310"/>
            <ac:spMk id="5" creationId="{DBFD0AFC-8148-E1CE-8E20-8ABD3956370D}"/>
          </ac:spMkLst>
        </pc:spChg>
        <pc:spChg chg="del mod">
          <ac:chgData name="Andrea Corvaglia" userId="2cd0f311674f80f6" providerId="LiveId" clId="{C2057551-9A9D-403E-AAEE-BA8FEF05051B}" dt="2024-08-22T15:01:34.213" v="1913" actId="478"/>
          <ac:spMkLst>
            <pc:docMk/>
            <pc:sldMk cId="796495253" sldId="310"/>
            <ac:spMk id="6" creationId="{E9B0428C-27F0-7B90-0378-8A0CAB8B7DEC}"/>
          </ac:spMkLst>
        </pc:spChg>
        <pc:spChg chg="add mod">
          <ac:chgData name="Andrea Corvaglia" userId="2cd0f311674f80f6" providerId="LiveId" clId="{C2057551-9A9D-403E-AAEE-BA8FEF05051B}" dt="2024-08-22T15:05:49.313" v="1978" actId="1076"/>
          <ac:spMkLst>
            <pc:docMk/>
            <pc:sldMk cId="796495253" sldId="310"/>
            <ac:spMk id="8" creationId="{2F1BB9F0-118F-0575-4BF4-21A968175251}"/>
          </ac:spMkLst>
        </pc:spChg>
        <pc:picChg chg="del mod">
          <ac:chgData name="Andrea Corvaglia" userId="2cd0f311674f80f6" providerId="LiveId" clId="{C2057551-9A9D-403E-AAEE-BA8FEF05051B}" dt="2024-08-22T15:03:17.351" v="1948" actId="478"/>
          <ac:picMkLst>
            <pc:docMk/>
            <pc:sldMk cId="796495253" sldId="310"/>
            <ac:picMk id="3074" creationId="{472D6610-9D94-736A-9F8A-E8433816C1D4}"/>
          </ac:picMkLst>
        </pc:picChg>
        <pc:picChg chg="add mod">
          <ac:chgData name="Andrea Corvaglia" userId="2cd0f311674f80f6" providerId="LiveId" clId="{C2057551-9A9D-403E-AAEE-BA8FEF05051B}" dt="2024-08-22T15:05:56.240" v="1979" actId="14100"/>
          <ac:picMkLst>
            <pc:docMk/>
            <pc:sldMk cId="796495253" sldId="310"/>
            <ac:picMk id="4099" creationId="{C8F68FE1-B354-2D5A-06BE-55A0F06F0257}"/>
          </ac:picMkLst>
        </pc:picChg>
      </pc:sldChg>
      <pc:sldChg chg="addSp delSp modSp add mod ord">
        <pc:chgData name="Andrea Corvaglia" userId="2cd0f311674f80f6" providerId="LiveId" clId="{C2057551-9A9D-403E-AAEE-BA8FEF05051B}" dt="2024-08-22T15:10:57.050" v="2003"/>
        <pc:sldMkLst>
          <pc:docMk/>
          <pc:sldMk cId="1617611033" sldId="311"/>
        </pc:sldMkLst>
        <pc:spChg chg="add">
          <ac:chgData name="Andrea Corvaglia" userId="2cd0f311674f80f6" providerId="LiveId" clId="{C2057551-9A9D-403E-AAEE-BA8FEF05051B}" dt="2024-08-22T15:09:59.914" v="1986"/>
          <ac:spMkLst>
            <pc:docMk/>
            <pc:sldMk cId="1617611033" sldId="311"/>
            <ac:spMk id="2" creationId="{6815E314-E09B-72B9-E7F4-6CFD0AE4F0BC}"/>
          </ac:spMkLst>
        </pc:spChg>
        <pc:spChg chg="mod">
          <ac:chgData name="Andrea Corvaglia" userId="2cd0f311674f80f6" providerId="LiveId" clId="{C2057551-9A9D-403E-AAEE-BA8FEF05051B}" dt="2024-08-22T15:09:44.678" v="1985" actId="113"/>
          <ac:spMkLst>
            <pc:docMk/>
            <pc:sldMk cId="1617611033" sldId="311"/>
            <ac:spMk id="3" creationId="{5DF9C3B9-157E-A1A0-FDB1-5A77EF510503}"/>
          </ac:spMkLst>
        </pc:spChg>
        <pc:spChg chg="add">
          <ac:chgData name="Andrea Corvaglia" userId="2cd0f311674f80f6" providerId="LiveId" clId="{C2057551-9A9D-403E-AAEE-BA8FEF05051B}" dt="2024-08-22T15:10:07.465" v="1987"/>
          <ac:spMkLst>
            <pc:docMk/>
            <pc:sldMk cId="1617611033" sldId="311"/>
            <ac:spMk id="4" creationId="{CEB41B24-6A13-B9EB-FDC5-20ADEF3474B4}"/>
          </ac:spMkLst>
        </pc:spChg>
        <pc:spChg chg="add">
          <ac:chgData name="Andrea Corvaglia" userId="2cd0f311674f80f6" providerId="LiveId" clId="{C2057551-9A9D-403E-AAEE-BA8FEF05051B}" dt="2024-08-22T15:10:11.157" v="1988"/>
          <ac:spMkLst>
            <pc:docMk/>
            <pc:sldMk cId="1617611033" sldId="311"/>
            <ac:spMk id="5" creationId="{6DA25D54-CA46-7BAE-E5D8-771758B0DF62}"/>
          </ac:spMkLst>
        </pc:spChg>
        <pc:spChg chg="mod">
          <ac:chgData name="Andrea Corvaglia" userId="2cd0f311674f80f6" providerId="LiveId" clId="{C2057551-9A9D-403E-AAEE-BA8FEF05051B}" dt="2024-08-22T15:10:55.653" v="2001" actId="5793"/>
          <ac:spMkLst>
            <pc:docMk/>
            <pc:sldMk cId="1617611033" sldId="311"/>
            <ac:spMk id="6" creationId="{C7245620-0200-A97B-1A80-CFB6864CA4E2}"/>
          </ac:spMkLst>
        </pc:spChg>
        <pc:spChg chg="add del mod">
          <ac:chgData name="Andrea Corvaglia" userId="2cd0f311674f80f6" providerId="LiveId" clId="{C2057551-9A9D-403E-AAEE-BA8FEF05051B}" dt="2024-08-22T15:10:57.050" v="2003"/>
          <ac:spMkLst>
            <pc:docMk/>
            <pc:sldMk cId="1617611033" sldId="311"/>
            <ac:spMk id="7" creationId="{28533973-C6FB-5C5C-E461-7BAB287A46BA}"/>
          </ac:spMkLst>
        </pc:spChg>
      </pc:sldChg>
      <pc:sldChg chg="addSp delSp modSp add mod modShow">
        <pc:chgData name="Andrea Corvaglia" userId="2cd0f311674f80f6" providerId="LiveId" clId="{C2057551-9A9D-403E-AAEE-BA8FEF05051B}" dt="2024-09-06T14:10:45.742" v="4502" actId="729"/>
        <pc:sldMkLst>
          <pc:docMk/>
          <pc:sldMk cId="4236179167" sldId="312"/>
        </pc:sldMkLst>
        <pc:spChg chg="del mod">
          <ac:chgData name="Andrea Corvaglia" userId="2cd0f311674f80f6" providerId="LiveId" clId="{C2057551-9A9D-403E-AAEE-BA8FEF05051B}" dt="2024-08-31T11:30:22.946" v="2011"/>
          <ac:spMkLst>
            <pc:docMk/>
            <pc:sldMk cId="4236179167" sldId="312"/>
            <ac:spMk id="3" creationId="{1242CF93-C87A-0F2B-7E88-F5A866C0E052}"/>
          </ac:spMkLst>
        </pc:spChg>
        <pc:spChg chg="add mod">
          <ac:chgData name="Andrea Corvaglia" userId="2cd0f311674f80f6" providerId="LiveId" clId="{C2057551-9A9D-403E-AAEE-BA8FEF05051B}" dt="2024-08-31T12:46:16.873" v="2398" actId="20577"/>
          <ac:spMkLst>
            <pc:docMk/>
            <pc:sldMk cId="4236179167" sldId="312"/>
            <ac:spMk id="4" creationId="{029631EE-913D-DF79-CF6C-17C6108A51D1}"/>
          </ac:spMkLst>
        </pc:spChg>
        <pc:spChg chg="add del mod">
          <ac:chgData name="Andrea Corvaglia" userId="2cd0f311674f80f6" providerId="LiveId" clId="{C2057551-9A9D-403E-AAEE-BA8FEF05051B}" dt="2024-08-31T12:22:25.703" v="2029"/>
          <ac:spMkLst>
            <pc:docMk/>
            <pc:sldMk cId="4236179167" sldId="312"/>
            <ac:spMk id="5" creationId="{190395A5-6165-6EC5-0229-0B010A7663EE}"/>
          </ac:spMkLst>
        </pc:spChg>
        <pc:spChg chg="mod">
          <ac:chgData name="Andrea Corvaglia" userId="2cd0f311674f80f6" providerId="LiveId" clId="{C2057551-9A9D-403E-AAEE-BA8FEF05051B}" dt="2024-08-31T12:24:02.850" v="2043"/>
          <ac:spMkLst>
            <pc:docMk/>
            <pc:sldMk cId="4236179167" sldId="312"/>
            <ac:spMk id="8" creationId="{370D1ABA-BF0F-0E1E-EB1D-3DD9C2F89540}"/>
          </ac:spMkLst>
        </pc:spChg>
      </pc:sldChg>
      <pc:sldChg chg="addSp delSp modSp add mod">
        <pc:chgData name="Andrea Corvaglia" userId="2cd0f311674f80f6" providerId="LiveId" clId="{C2057551-9A9D-403E-AAEE-BA8FEF05051B}" dt="2024-09-06T14:12:53.933" v="4560" actId="1076"/>
        <pc:sldMkLst>
          <pc:docMk/>
          <pc:sldMk cId="3254958206" sldId="313"/>
        </pc:sldMkLst>
        <pc:spChg chg="add del mod">
          <ac:chgData name="Andrea Corvaglia" userId="2cd0f311674f80f6" providerId="LiveId" clId="{C2057551-9A9D-403E-AAEE-BA8FEF05051B}" dt="2024-08-31T12:25:41.343" v="2054"/>
          <ac:spMkLst>
            <pc:docMk/>
            <pc:sldMk cId="3254958206" sldId="313"/>
            <ac:spMk id="2" creationId="{BD2D02EF-E3AE-C291-43C8-E90CF3322334}"/>
          </ac:spMkLst>
        </pc:spChg>
        <pc:spChg chg="mod">
          <ac:chgData name="Andrea Corvaglia" userId="2cd0f311674f80f6" providerId="LiveId" clId="{C2057551-9A9D-403E-AAEE-BA8FEF05051B}" dt="2024-09-06T14:12:46.869" v="4558" actId="5793"/>
          <ac:spMkLst>
            <pc:docMk/>
            <pc:sldMk cId="3254958206" sldId="313"/>
            <ac:spMk id="4" creationId="{029631EE-913D-DF79-CF6C-17C6108A51D1}"/>
          </ac:spMkLst>
        </pc:spChg>
        <pc:spChg chg="mod">
          <ac:chgData name="Andrea Corvaglia" userId="2cd0f311674f80f6" providerId="LiveId" clId="{C2057551-9A9D-403E-AAEE-BA8FEF05051B}" dt="2024-08-31T12:24:43.067" v="2046" actId="113"/>
          <ac:spMkLst>
            <pc:docMk/>
            <pc:sldMk cId="3254958206" sldId="313"/>
            <ac:spMk id="8" creationId="{370D1ABA-BF0F-0E1E-EB1D-3DD9C2F89540}"/>
          </ac:spMkLst>
        </pc:spChg>
        <pc:picChg chg="add mod">
          <ac:chgData name="Andrea Corvaglia" userId="2cd0f311674f80f6" providerId="LiveId" clId="{C2057551-9A9D-403E-AAEE-BA8FEF05051B}" dt="2024-09-06T14:12:53.933" v="4560" actId="1076"/>
          <ac:picMkLst>
            <pc:docMk/>
            <pc:sldMk cId="3254958206" sldId="313"/>
            <ac:picMk id="5" creationId="{E11E383C-7D8A-ED22-DB0C-6AD54FF04552}"/>
          </ac:picMkLst>
        </pc:picChg>
        <pc:picChg chg="add mod">
          <ac:chgData name="Andrea Corvaglia" userId="2cd0f311674f80f6" providerId="LiveId" clId="{C2057551-9A9D-403E-AAEE-BA8FEF05051B}" dt="2024-09-06T14:12:51.366" v="4559" actId="1076"/>
          <ac:picMkLst>
            <pc:docMk/>
            <pc:sldMk cId="3254958206" sldId="313"/>
            <ac:picMk id="7" creationId="{6AE80DD6-564D-275D-F952-DE7BB25C528C}"/>
          </ac:picMkLst>
        </pc:picChg>
      </pc:sldChg>
      <pc:sldChg chg="modSp add mod">
        <pc:chgData name="Andrea Corvaglia" userId="2cd0f311674f80f6" providerId="LiveId" clId="{C2057551-9A9D-403E-AAEE-BA8FEF05051B}" dt="2024-09-06T14:04:23.846" v="4440" actId="1076"/>
        <pc:sldMkLst>
          <pc:docMk/>
          <pc:sldMk cId="1901848777" sldId="314"/>
        </pc:sldMkLst>
        <pc:spChg chg="mod">
          <ac:chgData name="Andrea Corvaglia" userId="2cd0f311674f80f6" providerId="LiveId" clId="{C2057551-9A9D-403E-AAEE-BA8FEF05051B}" dt="2024-09-06T14:04:23.846" v="4440" actId="1076"/>
          <ac:spMkLst>
            <pc:docMk/>
            <pc:sldMk cId="1901848777" sldId="314"/>
            <ac:spMk id="4" creationId="{029631EE-913D-DF79-CF6C-17C6108A51D1}"/>
          </ac:spMkLst>
        </pc:spChg>
        <pc:spChg chg="mod">
          <ac:chgData name="Andrea Corvaglia" userId="2cd0f311674f80f6" providerId="LiveId" clId="{C2057551-9A9D-403E-AAEE-BA8FEF05051B}" dt="2024-08-31T12:25:53.093" v="2058"/>
          <ac:spMkLst>
            <pc:docMk/>
            <pc:sldMk cId="1901848777" sldId="314"/>
            <ac:spMk id="8" creationId="{370D1ABA-BF0F-0E1E-EB1D-3DD9C2F89540}"/>
          </ac:spMkLst>
        </pc:spChg>
      </pc:sldChg>
      <pc:sldChg chg="addSp delSp modSp add mod ord">
        <pc:chgData name="Andrea Corvaglia" userId="2cd0f311674f80f6" providerId="LiveId" clId="{C2057551-9A9D-403E-AAEE-BA8FEF05051B}" dt="2024-09-06T13:18:25.428" v="3389" actId="20577"/>
        <pc:sldMkLst>
          <pc:docMk/>
          <pc:sldMk cId="2413126390" sldId="315"/>
        </pc:sldMkLst>
        <pc:spChg chg="mod">
          <ac:chgData name="Andrea Corvaglia" userId="2cd0f311674f80f6" providerId="LiveId" clId="{C2057551-9A9D-403E-AAEE-BA8FEF05051B}" dt="2024-09-06T13:03:32.545" v="3362" actId="20577"/>
          <ac:spMkLst>
            <pc:docMk/>
            <pc:sldMk cId="2413126390" sldId="315"/>
            <ac:spMk id="2" creationId="{0D44854F-2D30-FA80-801A-BA45E86EE13F}"/>
          </ac:spMkLst>
        </pc:spChg>
        <pc:spChg chg="mod">
          <ac:chgData name="Andrea Corvaglia" userId="2cd0f311674f80f6" providerId="LiveId" clId="{C2057551-9A9D-403E-AAEE-BA8FEF05051B}" dt="2024-09-06T13:18:25.428" v="3389" actId="20577"/>
          <ac:spMkLst>
            <pc:docMk/>
            <pc:sldMk cId="2413126390" sldId="315"/>
            <ac:spMk id="4" creationId="{8C45A6E3-2DAE-D404-1AB9-B6309BF05F6A}"/>
          </ac:spMkLst>
        </pc:spChg>
        <pc:spChg chg="add del mod">
          <ac:chgData name="Andrea Corvaglia" userId="2cd0f311674f80f6" providerId="LiveId" clId="{C2057551-9A9D-403E-AAEE-BA8FEF05051B}" dt="2024-08-31T13:23:57.359" v="2425" actId="47"/>
          <ac:spMkLst>
            <pc:docMk/>
            <pc:sldMk cId="2413126390" sldId="315"/>
            <ac:spMk id="9" creationId="{A158A127-C8E5-11EF-D868-03C02FDC7482}"/>
          </ac:spMkLst>
        </pc:spChg>
      </pc:sldChg>
      <pc:sldChg chg="new del">
        <pc:chgData name="Andrea Corvaglia" userId="2cd0f311674f80f6" providerId="LiveId" clId="{C2057551-9A9D-403E-AAEE-BA8FEF05051B}" dt="2024-08-31T13:29:04.630" v="2482" actId="680"/>
        <pc:sldMkLst>
          <pc:docMk/>
          <pc:sldMk cId="105277435" sldId="316"/>
        </pc:sldMkLst>
      </pc:sldChg>
      <pc:sldChg chg="addSp delSp modSp add mod setBg">
        <pc:chgData name="Andrea Corvaglia" userId="2cd0f311674f80f6" providerId="LiveId" clId="{C2057551-9A9D-403E-AAEE-BA8FEF05051B}" dt="2024-09-06T13:17:34.975" v="3378" actId="1036"/>
        <pc:sldMkLst>
          <pc:docMk/>
          <pc:sldMk cId="2991067118" sldId="316"/>
        </pc:sldMkLst>
        <pc:spChg chg="mod ord">
          <ac:chgData name="Andrea Corvaglia" userId="2cd0f311674f80f6" providerId="LiveId" clId="{C2057551-9A9D-403E-AAEE-BA8FEF05051B}" dt="2024-09-06T12:23:10.722" v="2750" actId="113"/>
          <ac:spMkLst>
            <pc:docMk/>
            <pc:sldMk cId="2991067118" sldId="316"/>
            <ac:spMk id="2" creationId="{0D44854F-2D30-FA80-801A-BA45E86EE13F}"/>
          </ac:spMkLst>
        </pc:spChg>
        <pc:spChg chg="add del mod">
          <ac:chgData name="Andrea Corvaglia" userId="2cd0f311674f80f6" providerId="LiveId" clId="{C2057551-9A9D-403E-AAEE-BA8FEF05051B}" dt="2024-08-31T13:32:59.099" v="2507"/>
          <ac:spMkLst>
            <pc:docMk/>
            <pc:sldMk cId="2991067118" sldId="316"/>
            <ac:spMk id="3" creationId="{38BD76F0-455B-1C5F-1ADC-BA7B8C63FB04}"/>
          </ac:spMkLst>
        </pc:spChg>
        <pc:spChg chg="add del mod">
          <ac:chgData name="Andrea Corvaglia" userId="2cd0f311674f80f6" providerId="LiveId" clId="{C2057551-9A9D-403E-AAEE-BA8FEF05051B}" dt="2024-09-06T12:19:55.812" v="2636" actId="47"/>
          <ac:spMkLst>
            <pc:docMk/>
            <pc:sldMk cId="2991067118" sldId="316"/>
            <ac:spMk id="3" creationId="{B4BF99F3-818B-A8AB-5E21-3906CD021CD8}"/>
          </ac:spMkLst>
        </pc:spChg>
        <pc:spChg chg="mod">
          <ac:chgData name="Andrea Corvaglia" userId="2cd0f311674f80f6" providerId="LiveId" clId="{C2057551-9A9D-403E-AAEE-BA8FEF05051B}" dt="2024-09-06T12:18:17.623" v="2626" actId="26606"/>
          <ac:spMkLst>
            <pc:docMk/>
            <pc:sldMk cId="2991067118" sldId="316"/>
            <ac:spMk id="4" creationId="{8C45A6E3-2DAE-D404-1AB9-B6309BF05F6A}"/>
          </ac:spMkLst>
        </pc:spChg>
        <pc:spChg chg="add del mod">
          <ac:chgData name="Andrea Corvaglia" userId="2cd0f311674f80f6" providerId="LiveId" clId="{C2057551-9A9D-403E-AAEE-BA8FEF05051B}" dt="2024-08-31T13:32:59.099" v="2509"/>
          <ac:spMkLst>
            <pc:docMk/>
            <pc:sldMk cId="2991067118" sldId="316"/>
            <ac:spMk id="5" creationId="{4F2C70A4-652C-B37B-5A10-FF18875F5F19}"/>
          </ac:spMkLst>
        </pc:spChg>
        <pc:spChg chg="add del">
          <ac:chgData name="Andrea Corvaglia" userId="2cd0f311674f80f6" providerId="LiveId" clId="{C2057551-9A9D-403E-AAEE-BA8FEF05051B}" dt="2024-09-06T12:18:17.623" v="2626" actId="26606"/>
          <ac:spMkLst>
            <pc:docMk/>
            <pc:sldMk cId="2991067118" sldId="316"/>
            <ac:spMk id="1031" creationId="{79BB35BC-D5C2-4C8B-A22A-A71E6191913B}"/>
          </ac:spMkLst>
        </pc:spChg>
        <pc:picChg chg="add mod">
          <ac:chgData name="Andrea Corvaglia" userId="2cd0f311674f80f6" providerId="LiveId" clId="{C2057551-9A9D-403E-AAEE-BA8FEF05051B}" dt="2024-09-06T13:17:34.975" v="3378" actId="1036"/>
          <ac:picMkLst>
            <pc:docMk/>
            <pc:sldMk cId="2991067118" sldId="316"/>
            <ac:picMk id="6" creationId="{809AB520-CD0A-B2F9-57B7-673394B13556}"/>
          </ac:picMkLst>
        </pc:picChg>
        <pc:picChg chg="add mod">
          <ac:chgData name="Andrea Corvaglia" userId="2cd0f311674f80f6" providerId="LiveId" clId="{C2057551-9A9D-403E-AAEE-BA8FEF05051B}" dt="2024-09-06T12:20:33.794" v="2652" actId="1037"/>
          <ac:picMkLst>
            <pc:docMk/>
            <pc:sldMk cId="2991067118" sldId="316"/>
            <ac:picMk id="1026" creationId="{147A09AC-9B8D-8903-A240-07DEC43786E6}"/>
          </ac:picMkLst>
        </pc:picChg>
      </pc:sldChg>
      <pc:sldChg chg="addSp delSp modSp add mod">
        <pc:chgData name="Andrea Corvaglia" userId="2cd0f311674f80f6" providerId="LiveId" clId="{C2057551-9A9D-403E-AAEE-BA8FEF05051B}" dt="2024-09-06T13:18:04.399" v="3382" actId="113"/>
        <pc:sldMkLst>
          <pc:docMk/>
          <pc:sldMk cId="2744936934" sldId="317"/>
        </pc:sldMkLst>
        <pc:spChg chg="mod">
          <ac:chgData name="Andrea Corvaglia" userId="2cd0f311674f80f6" providerId="LiveId" clId="{C2057551-9A9D-403E-AAEE-BA8FEF05051B}" dt="2024-09-06T12:36:21.564" v="2823" actId="20577"/>
          <ac:spMkLst>
            <pc:docMk/>
            <pc:sldMk cId="2744936934" sldId="317"/>
            <ac:spMk id="2" creationId="{0D44854F-2D30-FA80-801A-BA45E86EE13F}"/>
          </ac:spMkLst>
        </pc:spChg>
        <pc:spChg chg="add del mod">
          <ac:chgData name="Andrea Corvaglia" userId="2cd0f311674f80f6" providerId="LiveId" clId="{C2057551-9A9D-403E-AAEE-BA8FEF05051B}" dt="2024-08-31T13:34:43.558" v="2523"/>
          <ac:spMkLst>
            <pc:docMk/>
            <pc:sldMk cId="2744936934" sldId="317"/>
            <ac:spMk id="3" creationId="{77D49C4A-0B8F-3919-BE67-EFB8C7A5B941}"/>
          </ac:spMkLst>
        </pc:spChg>
        <pc:spChg chg="mod">
          <ac:chgData name="Andrea Corvaglia" userId="2cd0f311674f80f6" providerId="LiveId" clId="{C2057551-9A9D-403E-AAEE-BA8FEF05051B}" dt="2024-09-06T13:18:04.399" v="3382" actId="113"/>
          <ac:spMkLst>
            <pc:docMk/>
            <pc:sldMk cId="2744936934" sldId="317"/>
            <ac:spMk id="4" creationId="{8C45A6E3-2DAE-D404-1AB9-B6309BF05F6A}"/>
          </ac:spMkLst>
        </pc:spChg>
        <pc:spChg chg="add del mod">
          <ac:chgData name="Andrea Corvaglia" userId="2cd0f311674f80f6" providerId="LiveId" clId="{C2057551-9A9D-403E-AAEE-BA8FEF05051B}" dt="2024-08-31T13:34:43.558" v="2525"/>
          <ac:spMkLst>
            <pc:docMk/>
            <pc:sldMk cId="2744936934" sldId="317"/>
            <ac:spMk id="5" creationId="{1D2BAFD5-BB9D-EE12-8240-69EB209BDDC7}"/>
          </ac:spMkLst>
        </pc:spChg>
        <pc:picChg chg="add mod">
          <ac:chgData name="Andrea Corvaglia" userId="2cd0f311674f80f6" providerId="LiveId" clId="{C2057551-9A9D-403E-AAEE-BA8FEF05051B}" dt="2024-09-06T12:36:25.258" v="2824" actId="1076"/>
          <ac:picMkLst>
            <pc:docMk/>
            <pc:sldMk cId="2744936934" sldId="317"/>
            <ac:picMk id="2050" creationId="{4C067B64-1DC6-5217-AF9B-C9C3A60BA87E}"/>
          </ac:picMkLst>
        </pc:picChg>
      </pc:sldChg>
      <pc:sldChg chg="modSp add mod">
        <pc:chgData name="Andrea Corvaglia" userId="2cd0f311674f80f6" providerId="LiveId" clId="{C2057551-9A9D-403E-AAEE-BA8FEF05051B}" dt="2024-09-06T12:16:20.915" v="2621" actId="20577"/>
        <pc:sldMkLst>
          <pc:docMk/>
          <pc:sldMk cId="1256400764" sldId="318"/>
        </pc:sldMkLst>
        <pc:spChg chg="mod">
          <ac:chgData name="Andrea Corvaglia" userId="2cd0f311674f80f6" providerId="LiveId" clId="{C2057551-9A9D-403E-AAEE-BA8FEF05051B}" dt="2024-09-06T12:16:20.915" v="2621" actId="20577"/>
          <ac:spMkLst>
            <pc:docMk/>
            <pc:sldMk cId="1256400764" sldId="318"/>
            <ac:spMk id="2" creationId="{B52F973F-8EAB-C1A6-5847-1D486CD59103}"/>
          </ac:spMkLst>
        </pc:spChg>
      </pc:sldChg>
    </pc:docChg>
  </pc:docChgLst>
  <pc:docChgLst>
    <pc:chgData name="Camilla Ferraro" userId="49ab112f-b347-4814-9bb1-f82a354b7d0b" providerId="ADAL" clId="{EBC11E08-8C5A-4CB4-89CC-3E9AE0D7ADD2}"/>
    <pc:docChg chg="undo custSel modSld modHandout">
      <pc:chgData name="Camilla Ferraro" userId="49ab112f-b347-4814-9bb1-f82a354b7d0b" providerId="ADAL" clId="{EBC11E08-8C5A-4CB4-89CC-3E9AE0D7ADD2}" dt="2022-12-16T10:54:42.245" v="7"/>
      <pc:docMkLst>
        <pc:docMk/>
      </pc:docMkLst>
      <pc:sldChg chg="addSp delSp modSp mod">
        <pc:chgData name="Camilla Ferraro" userId="49ab112f-b347-4814-9bb1-f82a354b7d0b" providerId="ADAL" clId="{EBC11E08-8C5A-4CB4-89CC-3E9AE0D7ADD2}" dt="2022-12-16T10:54:42.245" v="7"/>
        <pc:sldMkLst>
          <pc:docMk/>
          <pc:sldMk cId="2706215062" sldId="258"/>
        </pc:sldMkLst>
        <pc:spChg chg="add del mod">
          <ac:chgData name="Camilla Ferraro" userId="49ab112f-b347-4814-9bb1-f82a354b7d0b" providerId="ADAL" clId="{EBC11E08-8C5A-4CB4-89CC-3E9AE0D7ADD2}" dt="2022-12-16T10:53:46.150" v="4" actId="478"/>
          <ac:spMkLst>
            <pc:docMk/>
            <pc:sldMk cId="2706215062" sldId="258"/>
            <ac:spMk id="2" creationId="{0D44854F-2D30-FA80-801A-BA45E86EE13F}"/>
          </ac:spMkLst>
        </pc:spChg>
        <pc:spChg chg="add del mod">
          <ac:chgData name="Camilla Ferraro" userId="49ab112f-b347-4814-9bb1-f82a354b7d0b" providerId="ADAL" clId="{EBC11E08-8C5A-4CB4-89CC-3E9AE0D7ADD2}" dt="2022-12-16T10:54:42.245" v="7"/>
          <ac:spMkLst>
            <pc:docMk/>
            <pc:sldMk cId="2706215062" sldId="258"/>
            <ac:spMk id="3" creationId="{7A63DEEA-CAD2-2FBB-8257-7F5A24B5E1CD}"/>
          </ac:spMkLst>
        </pc:spChg>
      </pc:sldChg>
    </pc:docChg>
  </pc:docChgLst>
  <pc:docChgLst>
    <pc:chgData name="Andrea Corvaglia" userId="2cd0f311674f80f6" providerId="LiveId" clId="{1A719A64-3D57-4263-A4C8-9E72B061AAC8}"/>
    <pc:docChg chg="undo redo custSel addSld delSld modSld addSection modSection">
      <pc:chgData name="Andrea Corvaglia" userId="2cd0f311674f80f6" providerId="LiveId" clId="{1A719A64-3D57-4263-A4C8-9E72B061AAC8}" dt="2024-08-22T10:18:49.678" v="1922" actId="20577"/>
      <pc:docMkLst>
        <pc:docMk/>
      </pc:docMkLst>
      <pc:sldChg chg="addSp delSp modSp add mod">
        <pc:chgData name="Andrea Corvaglia" userId="2cd0f311674f80f6" providerId="LiveId" clId="{1A719A64-3D57-4263-A4C8-9E72B061AAC8}" dt="2024-08-19T13:44:43.058" v="1598" actId="1076"/>
        <pc:sldMkLst>
          <pc:docMk/>
          <pc:sldMk cId="1515047150" sldId="284"/>
        </pc:sldMkLst>
        <pc:spChg chg="del">
          <ac:chgData name="Andrea Corvaglia" userId="2cd0f311674f80f6" providerId="LiveId" clId="{1A719A64-3D57-4263-A4C8-9E72B061AAC8}" dt="2024-08-19T09:56:00.232" v="4" actId="478"/>
          <ac:spMkLst>
            <pc:docMk/>
            <pc:sldMk cId="1515047150" sldId="284"/>
            <ac:spMk id="2" creationId="{65A6C10B-6981-81AD-C85F-B1B73806C6D5}"/>
          </ac:spMkLst>
        </pc:spChg>
        <pc:spChg chg="del">
          <ac:chgData name="Andrea Corvaglia" userId="2cd0f311674f80f6" providerId="LiveId" clId="{1A719A64-3D57-4263-A4C8-9E72B061AAC8}" dt="2024-08-19T09:56:04.991" v="5" actId="478"/>
          <ac:spMkLst>
            <pc:docMk/>
            <pc:sldMk cId="1515047150" sldId="284"/>
            <ac:spMk id="3" creationId="{BD722CEC-4EC5-32E1-87A6-A5CB6E3713B1}"/>
          </ac:spMkLst>
        </pc:spChg>
        <pc:spChg chg="del mod">
          <ac:chgData name="Andrea Corvaglia" userId="2cd0f311674f80f6" providerId="LiveId" clId="{1A719A64-3D57-4263-A4C8-9E72B061AAC8}" dt="2024-08-19T09:56:08.447" v="6" actId="478"/>
          <ac:spMkLst>
            <pc:docMk/>
            <pc:sldMk cId="1515047150" sldId="284"/>
            <ac:spMk id="5" creationId="{12BA7979-A10C-3122-1D8E-493941F96549}"/>
          </ac:spMkLst>
        </pc:spChg>
        <pc:spChg chg="add mod">
          <ac:chgData name="Andrea Corvaglia" userId="2cd0f311674f80f6" providerId="LiveId" clId="{1A719A64-3D57-4263-A4C8-9E72B061AAC8}" dt="2024-08-19T13:44:39.894" v="1597"/>
          <ac:spMkLst>
            <pc:docMk/>
            <pc:sldMk cId="1515047150" sldId="284"/>
            <ac:spMk id="7" creationId="{7898A5C6-3BC5-1349-3952-6401274BF8B9}"/>
          </ac:spMkLst>
        </pc:spChg>
        <pc:spChg chg="add mod">
          <ac:chgData name="Andrea Corvaglia" userId="2cd0f311674f80f6" providerId="LiveId" clId="{1A719A64-3D57-4263-A4C8-9E72B061AAC8}" dt="2024-08-19T12:20:06.885" v="15" actId="1076"/>
          <ac:spMkLst>
            <pc:docMk/>
            <pc:sldMk cId="1515047150" sldId="284"/>
            <ac:spMk id="9" creationId="{3CE6E4E6-2A5C-4A85-22DA-C030435BFC44}"/>
          </ac:spMkLst>
        </pc:spChg>
        <pc:spChg chg="add mod">
          <ac:chgData name="Andrea Corvaglia" userId="2cd0f311674f80f6" providerId="LiveId" clId="{1A719A64-3D57-4263-A4C8-9E72B061AAC8}" dt="2024-08-19T13:44:43.058" v="1598" actId="1076"/>
          <ac:spMkLst>
            <pc:docMk/>
            <pc:sldMk cId="1515047150" sldId="284"/>
            <ac:spMk id="11" creationId="{F565C2AD-18D1-9AE4-F5BC-63136818D628}"/>
          </ac:spMkLst>
        </pc:spChg>
        <pc:picChg chg="del">
          <ac:chgData name="Andrea Corvaglia" userId="2cd0f311674f80f6" providerId="LiveId" clId="{1A719A64-3D57-4263-A4C8-9E72B061AAC8}" dt="2024-08-19T09:50:17.143" v="1" actId="478"/>
          <ac:picMkLst>
            <pc:docMk/>
            <pc:sldMk cId="1515047150" sldId="284"/>
            <ac:picMk id="6" creationId="{D7835337-B298-FAC8-EE10-6ABCB1FA2134}"/>
          </ac:picMkLst>
        </pc:picChg>
      </pc:sldChg>
      <pc:sldChg chg="addSp modSp add mod">
        <pc:chgData name="Andrea Corvaglia" userId="2cd0f311674f80f6" providerId="LiveId" clId="{1A719A64-3D57-4263-A4C8-9E72B061AAC8}" dt="2024-08-19T12:45:26.002" v="1581" actId="15"/>
        <pc:sldMkLst>
          <pc:docMk/>
          <pc:sldMk cId="3020274811" sldId="285"/>
        </pc:sldMkLst>
        <pc:spChg chg="add mod">
          <ac:chgData name="Andrea Corvaglia" userId="2cd0f311674f80f6" providerId="LiveId" clId="{1A719A64-3D57-4263-A4C8-9E72B061AAC8}" dt="2024-08-19T12:22:04.319" v="52" actId="20577"/>
          <ac:spMkLst>
            <pc:docMk/>
            <pc:sldMk cId="3020274811" sldId="285"/>
            <ac:spMk id="3" creationId="{0D44CAB9-2F1E-3442-129E-A59F4117149E}"/>
          </ac:spMkLst>
        </pc:spChg>
        <pc:spChg chg="add mod">
          <ac:chgData name="Andrea Corvaglia" userId="2cd0f311674f80f6" providerId="LiveId" clId="{1A719A64-3D57-4263-A4C8-9E72B061AAC8}" dt="2024-08-19T12:45:26.002" v="1581" actId="15"/>
          <ac:spMkLst>
            <pc:docMk/>
            <pc:sldMk cId="3020274811" sldId="285"/>
            <ac:spMk id="5" creationId="{3FC6F764-5D63-FD9C-04F4-C95CCDD1A9E4}"/>
          </ac:spMkLst>
        </pc:spChg>
      </pc:sldChg>
      <pc:sldChg chg="addSp modSp add mod">
        <pc:chgData name="Andrea Corvaglia" userId="2cd0f311674f80f6" providerId="LiveId" clId="{1A719A64-3D57-4263-A4C8-9E72B061AAC8}" dt="2024-08-19T12:44:53.433" v="1574" actId="12"/>
        <pc:sldMkLst>
          <pc:docMk/>
          <pc:sldMk cId="1960087768" sldId="286"/>
        </pc:sldMkLst>
        <pc:spChg chg="add mod">
          <ac:chgData name="Andrea Corvaglia" userId="2cd0f311674f80f6" providerId="LiveId" clId="{1A719A64-3D57-4263-A4C8-9E72B061AAC8}" dt="2024-08-19T12:44:53.433" v="1574" actId="12"/>
          <ac:spMkLst>
            <pc:docMk/>
            <pc:sldMk cId="1960087768" sldId="286"/>
            <ac:spMk id="3" creationId="{8EDAD2A6-E69D-4857-3D7F-1F6402F30F19}"/>
          </ac:spMkLst>
        </pc:spChg>
        <pc:spChg chg="add mod">
          <ac:chgData name="Andrea Corvaglia" userId="2cd0f311674f80f6" providerId="LiveId" clId="{1A719A64-3D57-4263-A4C8-9E72B061AAC8}" dt="2024-08-19T12:44:46.361" v="1573" actId="15"/>
          <ac:spMkLst>
            <pc:docMk/>
            <pc:sldMk cId="1960087768" sldId="286"/>
            <ac:spMk id="5" creationId="{4A8E2527-45F1-845B-A195-EE7C316B7E7F}"/>
          </ac:spMkLst>
        </pc:spChg>
      </pc:sldChg>
      <pc:sldChg chg="addSp modSp add del mod">
        <pc:chgData name="Andrea Corvaglia" userId="2cd0f311674f80f6" providerId="LiveId" clId="{1A719A64-3D57-4263-A4C8-9E72B061AAC8}" dt="2024-08-19T12:45:40.639" v="1582" actId="47"/>
        <pc:sldMkLst>
          <pc:docMk/>
          <pc:sldMk cId="302133782" sldId="287"/>
        </pc:sldMkLst>
        <pc:spChg chg="add mod">
          <ac:chgData name="Andrea Corvaglia" userId="2cd0f311674f80f6" providerId="LiveId" clId="{1A719A64-3D57-4263-A4C8-9E72B061AAC8}" dt="2024-08-19T12:27:53.774" v="74" actId="1076"/>
          <ac:spMkLst>
            <pc:docMk/>
            <pc:sldMk cId="302133782" sldId="287"/>
            <ac:spMk id="2" creationId="{BFD20041-7213-6B88-7185-0037CE6F57DC}"/>
          </ac:spMkLst>
        </pc:spChg>
        <pc:spChg chg="add mod">
          <ac:chgData name="Andrea Corvaglia" userId="2cd0f311674f80f6" providerId="LiveId" clId="{1A719A64-3D57-4263-A4C8-9E72B061AAC8}" dt="2024-08-19T12:27:53.774" v="74" actId="1076"/>
          <ac:spMkLst>
            <pc:docMk/>
            <pc:sldMk cId="302133782" sldId="287"/>
            <ac:spMk id="3" creationId="{1759D538-BB23-2122-E04B-55AFDA3C562D}"/>
          </ac:spMkLst>
        </pc:spChg>
        <pc:spChg chg="add mod">
          <ac:chgData name="Andrea Corvaglia" userId="2cd0f311674f80f6" providerId="LiveId" clId="{1A719A64-3D57-4263-A4C8-9E72B061AAC8}" dt="2024-08-19T12:27:53.774" v="74" actId="1076"/>
          <ac:spMkLst>
            <pc:docMk/>
            <pc:sldMk cId="302133782" sldId="287"/>
            <ac:spMk id="4" creationId="{D6373D26-2B96-36C9-670F-0B444CB4D589}"/>
          </ac:spMkLst>
        </pc:spChg>
        <pc:spChg chg="add mod">
          <ac:chgData name="Andrea Corvaglia" userId="2cd0f311674f80f6" providerId="LiveId" clId="{1A719A64-3D57-4263-A4C8-9E72B061AAC8}" dt="2024-08-19T12:43:50.488" v="1553" actId="1076"/>
          <ac:spMkLst>
            <pc:docMk/>
            <pc:sldMk cId="302133782" sldId="287"/>
            <ac:spMk id="6" creationId="{5FABE0E2-92A7-9DC7-3FCF-FC6B2DCC5B95}"/>
          </ac:spMkLst>
        </pc:spChg>
        <pc:spChg chg="add mod">
          <ac:chgData name="Andrea Corvaglia" userId="2cd0f311674f80f6" providerId="LiveId" clId="{1A719A64-3D57-4263-A4C8-9E72B061AAC8}" dt="2024-08-19T12:28:44.875" v="100" actId="20577"/>
          <ac:spMkLst>
            <pc:docMk/>
            <pc:sldMk cId="302133782" sldId="287"/>
            <ac:spMk id="8" creationId="{370D1ABA-BF0F-0E1E-EB1D-3DD9C2F89540}"/>
          </ac:spMkLst>
        </pc:spChg>
      </pc:sldChg>
      <pc:sldChg chg="modSp add mod">
        <pc:chgData name="Andrea Corvaglia" userId="2cd0f311674f80f6" providerId="LiveId" clId="{1A719A64-3D57-4263-A4C8-9E72B061AAC8}" dt="2024-08-19T12:35:41.337" v="997" actId="20577"/>
        <pc:sldMkLst>
          <pc:docMk/>
          <pc:sldMk cId="3721929085" sldId="288"/>
        </pc:sldMkLst>
        <pc:spChg chg="mod">
          <ac:chgData name="Andrea Corvaglia" userId="2cd0f311674f80f6" providerId="LiveId" clId="{1A719A64-3D57-4263-A4C8-9E72B061AAC8}" dt="2024-08-19T12:35:41.337" v="997" actId="20577"/>
          <ac:spMkLst>
            <pc:docMk/>
            <pc:sldMk cId="3721929085" sldId="288"/>
            <ac:spMk id="6" creationId="{5FABE0E2-92A7-9DC7-3FCF-FC6B2DCC5B95}"/>
          </ac:spMkLst>
        </pc:spChg>
        <pc:spChg chg="mod">
          <ac:chgData name="Andrea Corvaglia" userId="2cd0f311674f80f6" providerId="LiveId" clId="{1A719A64-3D57-4263-A4C8-9E72B061AAC8}" dt="2024-08-19T12:30:51.086" v="137" actId="20577"/>
          <ac:spMkLst>
            <pc:docMk/>
            <pc:sldMk cId="3721929085" sldId="288"/>
            <ac:spMk id="8" creationId="{370D1ABA-BF0F-0E1E-EB1D-3DD9C2F89540}"/>
          </ac:spMkLst>
        </pc:spChg>
      </pc:sldChg>
      <pc:sldChg chg="addSp delSp modSp add mod">
        <pc:chgData name="Andrea Corvaglia" userId="2cd0f311674f80f6" providerId="LiveId" clId="{1A719A64-3D57-4263-A4C8-9E72B061AAC8}" dt="2024-08-19T12:43:24.789" v="1551" actId="12"/>
        <pc:sldMkLst>
          <pc:docMk/>
          <pc:sldMk cId="1917816074" sldId="289"/>
        </pc:sldMkLst>
        <pc:spChg chg="add mod">
          <ac:chgData name="Andrea Corvaglia" userId="2cd0f311674f80f6" providerId="LiveId" clId="{1A719A64-3D57-4263-A4C8-9E72B061AAC8}" dt="2024-08-19T12:43:24.789" v="1551" actId="12"/>
          <ac:spMkLst>
            <pc:docMk/>
            <pc:sldMk cId="1917816074" sldId="289"/>
            <ac:spMk id="3" creationId="{1242CF93-C87A-0F2B-7E88-F5A866C0E052}"/>
          </ac:spMkLst>
        </pc:spChg>
        <pc:spChg chg="del mod">
          <ac:chgData name="Andrea Corvaglia" userId="2cd0f311674f80f6" providerId="LiveId" clId="{1A719A64-3D57-4263-A4C8-9E72B061AAC8}" dt="2024-08-19T12:38:22.628" v="1085"/>
          <ac:spMkLst>
            <pc:docMk/>
            <pc:sldMk cId="1917816074" sldId="289"/>
            <ac:spMk id="6" creationId="{5FABE0E2-92A7-9DC7-3FCF-FC6B2DCC5B95}"/>
          </ac:spMkLst>
        </pc:spChg>
        <pc:spChg chg="mod">
          <ac:chgData name="Andrea Corvaglia" userId="2cd0f311674f80f6" providerId="LiveId" clId="{1A719A64-3D57-4263-A4C8-9E72B061AAC8}" dt="2024-08-19T12:38:20.288" v="1083" actId="20577"/>
          <ac:spMkLst>
            <pc:docMk/>
            <pc:sldMk cId="1917816074" sldId="289"/>
            <ac:spMk id="8" creationId="{370D1ABA-BF0F-0E1E-EB1D-3DD9C2F89540}"/>
          </ac:spMkLst>
        </pc:spChg>
      </pc:sldChg>
      <pc:sldChg chg="modSp add mod">
        <pc:chgData name="Andrea Corvaglia" userId="2cd0f311674f80f6" providerId="LiveId" clId="{1A719A64-3D57-4263-A4C8-9E72B061AAC8}" dt="2024-08-19T12:47:24.392" v="1589"/>
        <pc:sldMkLst>
          <pc:docMk/>
          <pc:sldMk cId="1681640071" sldId="290"/>
        </pc:sldMkLst>
        <pc:spChg chg="mod">
          <ac:chgData name="Andrea Corvaglia" userId="2cd0f311674f80f6" providerId="LiveId" clId="{1A719A64-3D57-4263-A4C8-9E72B061AAC8}" dt="2024-08-19T12:47:24.392" v="1589"/>
          <ac:spMkLst>
            <pc:docMk/>
            <pc:sldMk cId="1681640071" sldId="290"/>
            <ac:spMk id="3" creationId="{1242CF93-C87A-0F2B-7E88-F5A866C0E052}"/>
          </ac:spMkLst>
        </pc:spChg>
        <pc:spChg chg="mod">
          <ac:chgData name="Andrea Corvaglia" userId="2cd0f311674f80f6" providerId="LiveId" clId="{1A719A64-3D57-4263-A4C8-9E72B061AAC8}" dt="2024-08-19T12:47:00.275" v="1585"/>
          <ac:spMkLst>
            <pc:docMk/>
            <pc:sldMk cId="1681640071" sldId="290"/>
            <ac:spMk id="8" creationId="{370D1ABA-BF0F-0E1E-EB1D-3DD9C2F89540}"/>
          </ac:spMkLst>
        </pc:spChg>
      </pc:sldChg>
      <pc:sldChg chg="addSp delSp new del mod">
        <pc:chgData name="Andrea Corvaglia" userId="2cd0f311674f80f6" providerId="LiveId" clId="{1A719A64-3D57-4263-A4C8-9E72B061AAC8}" dt="2024-08-19T12:42:43.133" v="1543" actId="680"/>
        <pc:sldMkLst>
          <pc:docMk/>
          <pc:sldMk cId="3448462559" sldId="290"/>
        </pc:sldMkLst>
        <pc:spChg chg="add del">
          <ac:chgData name="Andrea Corvaglia" userId="2cd0f311674f80f6" providerId="LiveId" clId="{1A719A64-3D57-4263-A4C8-9E72B061AAC8}" dt="2024-08-19T12:42:42.495" v="1542" actId="22"/>
          <ac:spMkLst>
            <pc:docMk/>
            <pc:sldMk cId="3448462559" sldId="290"/>
            <ac:spMk id="3" creationId="{3807B05E-5ED8-A0C7-2108-50C66983552F}"/>
          </ac:spMkLst>
        </pc:spChg>
      </pc:sldChg>
      <pc:sldChg chg="addSp modSp new mod chgLayout">
        <pc:chgData name="Andrea Corvaglia" userId="2cd0f311674f80f6" providerId="LiveId" clId="{1A719A64-3D57-4263-A4C8-9E72B061AAC8}" dt="2024-08-22T09:31:22.891" v="1607" actId="14100"/>
        <pc:sldMkLst>
          <pc:docMk/>
          <pc:sldMk cId="2056824305" sldId="291"/>
        </pc:sldMkLst>
        <pc:spChg chg="add mod">
          <ac:chgData name="Andrea Corvaglia" userId="2cd0f311674f80f6" providerId="LiveId" clId="{1A719A64-3D57-4263-A4C8-9E72B061AAC8}" dt="2024-08-22T09:31:06.658" v="1603" actId="113"/>
          <ac:spMkLst>
            <pc:docMk/>
            <pc:sldMk cId="2056824305" sldId="291"/>
            <ac:spMk id="3" creationId="{5DF9C3B9-157E-A1A0-FDB1-5A77EF510503}"/>
          </ac:spMkLst>
        </pc:spChg>
        <pc:spChg chg="add mod">
          <ac:chgData name="Andrea Corvaglia" userId="2cd0f311674f80f6" providerId="LiveId" clId="{1A719A64-3D57-4263-A4C8-9E72B061AAC8}" dt="2024-08-22T09:31:22.891" v="1607" actId="14100"/>
          <ac:spMkLst>
            <pc:docMk/>
            <pc:sldMk cId="2056824305" sldId="291"/>
            <ac:spMk id="5" creationId="{C3FBEF20-D7D9-A57F-1BEB-A622DDA1F422}"/>
          </ac:spMkLst>
        </pc:spChg>
      </pc:sldChg>
      <pc:sldChg chg="addSp delSp modSp add mod">
        <pc:chgData name="Andrea Corvaglia" userId="2cd0f311674f80f6" providerId="LiveId" clId="{1A719A64-3D57-4263-A4C8-9E72B061AAC8}" dt="2024-08-22T09:33:22.986" v="1643" actId="20577"/>
        <pc:sldMkLst>
          <pc:docMk/>
          <pc:sldMk cId="1904228562" sldId="292"/>
        </pc:sldMkLst>
        <pc:spChg chg="add del mod">
          <ac:chgData name="Andrea Corvaglia" userId="2cd0f311674f80f6" providerId="LiveId" clId="{1A719A64-3D57-4263-A4C8-9E72B061AAC8}" dt="2024-08-22T09:32:26.543" v="1624"/>
          <ac:spMkLst>
            <pc:docMk/>
            <pc:sldMk cId="1904228562" sldId="292"/>
            <ac:spMk id="2" creationId="{C8DDB580-6602-8D92-1ABF-F58449B7DFCE}"/>
          </ac:spMkLst>
        </pc:spChg>
        <pc:spChg chg="mod">
          <ac:chgData name="Andrea Corvaglia" userId="2cd0f311674f80f6" providerId="LiveId" clId="{1A719A64-3D57-4263-A4C8-9E72B061AAC8}" dt="2024-08-22T09:31:48.524" v="1617"/>
          <ac:spMkLst>
            <pc:docMk/>
            <pc:sldMk cId="1904228562" sldId="292"/>
            <ac:spMk id="3" creationId="{5DF9C3B9-157E-A1A0-FDB1-5A77EF510503}"/>
          </ac:spMkLst>
        </pc:spChg>
        <pc:spChg chg="del mod">
          <ac:chgData name="Andrea Corvaglia" userId="2cd0f311674f80f6" providerId="LiveId" clId="{1A719A64-3D57-4263-A4C8-9E72B061AAC8}" dt="2024-08-22T09:32:26.543" v="1622" actId="478"/>
          <ac:spMkLst>
            <pc:docMk/>
            <pc:sldMk cId="1904228562" sldId="292"/>
            <ac:spMk id="5" creationId="{C3FBEF20-D7D9-A57F-1BEB-A622DDA1F422}"/>
          </ac:spMkLst>
        </pc:spChg>
        <pc:spChg chg="add mod">
          <ac:chgData name="Andrea Corvaglia" userId="2cd0f311674f80f6" providerId="LiveId" clId="{1A719A64-3D57-4263-A4C8-9E72B061AAC8}" dt="2024-08-22T09:33:22.986" v="1643" actId="20577"/>
          <ac:spMkLst>
            <pc:docMk/>
            <pc:sldMk cId="1904228562" sldId="292"/>
            <ac:spMk id="6" creationId="{C7245620-0200-A97B-1A80-CFB6864CA4E2}"/>
          </ac:spMkLst>
        </pc:spChg>
      </pc:sldChg>
      <pc:sldChg chg="addSp delSp modSp add mod">
        <pc:chgData name="Andrea Corvaglia" userId="2cd0f311674f80f6" providerId="LiveId" clId="{1A719A64-3D57-4263-A4C8-9E72B061AAC8}" dt="2024-08-22T09:34:55.512" v="1670"/>
        <pc:sldMkLst>
          <pc:docMk/>
          <pc:sldMk cId="36460430" sldId="293"/>
        </pc:sldMkLst>
        <pc:spChg chg="add del mod">
          <ac:chgData name="Andrea Corvaglia" userId="2cd0f311674f80f6" providerId="LiveId" clId="{1A719A64-3D57-4263-A4C8-9E72B061AAC8}" dt="2024-08-22T09:34:55.512" v="1670"/>
          <ac:spMkLst>
            <pc:docMk/>
            <pc:sldMk cId="36460430" sldId="293"/>
            <ac:spMk id="2" creationId="{1F4732FE-3FC7-FAAC-AAC2-B70A218D1FAF}"/>
          </ac:spMkLst>
        </pc:spChg>
        <pc:spChg chg="mod">
          <ac:chgData name="Andrea Corvaglia" userId="2cd0f311674f80f6" providerId="LiveId" clId="{1A719A64-3D57-4263-A4C8-9E72B061AAC8}" dt="2024-08-22T09:33:50.844" v="1646" actId="113"/>
          <ac:spMkLst>
            <pc:docMk/>
            <pc:sldMk cId="36460430" sldId="293"/>
            <ac:spMk id="3" creationId="{5DF9C3B9-157E-A1A0-FDB1-5A77EF510503}"/>
          </ac:spMkLst>
        </pc:spChg>
        <pc:spChg chg="mod">
          <ac:chgData name="Andrea Corvaglia" userId="2cd0f311674f80f6" providerId="LiveId" clId="{1A719A64-3D57-4263-A4C8-9E72B061AAC8}" dt="2024-08-22T09:34:54.406" v="1668" actId="20577"/>
          <ac:spMkLst>
            <pc:docMk/>
            <pc:sldMk cId="36460430" sldId="293"/>
            <ac:spMk id="6" creationId="{C7245620-0200-A97B-1A80-CFB6864CA4E2}"/>
          </ac:spMkLst>
        </pc:spChg>
      </pc:sldChg>
      <pc:sldChg chg="addSp delSp modSp add mod">
        <pc:chgData name="Andrea Corvaglia" userId="2cd0f311674f80f6" providerId="LiveId" clId="{1A719A64-3D57-4263-A4C8-9E72B061AAC8}" dt="2024-08-22T09:36:56.931" v="1698"/>
        <pc:sldMkLst>
          <pc:docMk/>
          <pc:sldMk cId="2440693018" sldId="294"/>
        </pc:sldMkLst>
        <pc:spChg chg="add del mod">
          <ac:chgData name="Andrea Corvaglia" userId="2cd0f311674f80f6" providerId="LiveId" clId="{1A719A64-3D57-4263-A4C8-9E72B061AAC8}" dt="2024-08-22T09:36:56.931" v="1698"/>
          <ac:spMkLst>
            <pc:docMk/>
            <pc:sldMk cId="2440693018" sldId="294"/>
            <ac:spMk id="2" creationId="{E5B14189-8CCB-D4EE-D43F-6B6418FB95AC}"/>
          </ac:spMkLst>
        </pc:spChg>
        <pc:spChg chg="mod">
          <ac:chgData name="Andrea Corvaglia" userId="2cd0f311674f80f6" providerId="LiveId" clId="{1A719A64-3D57-4263-A4C8-9E72B061AAC8}" dt="2024-08-22T09:35:21.360" v="1673" actId="113"/>
          <ac:spMkLst>
            <pc:docMk/>
            <pc:sldMk cId="2440693018" sldId="294"/>
            <ac:spMk id="3" creationId="{5DF9C3B9-157E-A1A0-FDB1-5A77EF510503}"/>
          </ac:spMkLst>
        </pc:spChg>
        <pc:spChg chg="mod">
          <ac:chgData name="Andrea Corvaglia" userId="2cd0f311674f80f6" providerId="LiveId" clId="{1A719A64-3D57-4263-A4C8-9E72B061AAC8}" dt="2024-08-22T09:36:56.243" v="1696" actId="1076"/>
          <ac:spMkLst>
            <pc:docMk/>
            <pc:sldMk cId="2440693018" sldId="294"/>
            <ac:spMk id="6" creationId="{C7245620-0200-A97B-1A80-CFB6864CA4E2}"/>
          </ac:spMkLst>
        </pc:spChg>
      </pc:sldChg>
      <pc:sldChg chg="addSp delSp modSp add mod">
        <pc:chgData name="Andrea Corvaglia" userId="2cd0f311674f80f6" providerId="LiveId" clId="{1A719A64-3D57-4263-A4C8-9E72B061AAC8}" dt="2024-08-22T09:38:38.151" v="1719" actId="12"/>
        <pc:sldMkLst>
          <pc:docMk/>
          <pc:sldMk cId="3640432052" sldId="295"/>
        </pc:sldMkLst>
        <pc:spChg chg="add del mod">
          <ac:chgData name="Andrea Corvaglia" userId="2cd0f311674f80f6" providerId="LiveId" clId="{1A719A64-3D57-4263-A4C8-9E72B061AAC8}" dt="2024-08-22T09:37:57.845" v="1705"/>
          <ac:spMkLst>
            <pc:docMk/>
            <pc:sldMk cId="3640432052" sldId="295"/>
            <ac:spMk id="2" creationId="{4D44B4B9-38B7-3AEE-2D24-988B8CCCF543}"/>
          </ac:spMkLst>
        </pc:spChg>
        <pc:spChg chg="mod">
          <ac:chgData name="Andrea Corvaglia" userId="2cd0f311674f80f6" providerId="LiveId" clId="{1A719A64-3D57-4263-A4C8-9E72B061AAC8}" dt="2024-08-22T09:37:41.183" v="1701" actId="113"/>
          <ac:spMkLst>
            <pc:docMk/>
            <pc:sldMk cId="3640432052" sldId="295"/>
            <ac:spMk id="3" creationId="{5DF9C3B9-157E-A1A0-FDB1-5A77EF510503}"/>
          </ac:spMkLst>
        </pc:spChg>
        <pc:spChg chg="mod">
          <ac:chgData name="Andrea Corvaglia" userId="2cd0f311674f80f6" providerId="LiveId" clId="{1A719A64-3D57-4263-A4C8-9E72B061AAC8}" dt="2024-08-22T09:38:38.151" v="1719" actId="12"/>
          <ac:spMkLst>
            <pc:docMk/>
            <pc:sldMk cId="3640432052" sldId="295"/>
            <ac:spMk id="6" creationId="{C7245620-0200-A97B-1A80-CFB6864CA4E2}"/>
          </ac:spMkLst>
        </pc:spChg>
      </pc:sldChg>
      <pc:sldChg chg="addSp delSp modSp add mod">
        <pc:chgData name="Andrea Corvaglia" userId="2cd0f311674f80f6" providerId="LiveId" clId="{1A719A64-3D57-4263-A4C8-9E72B061AAC8}" dt="2024-08-22T09:40:37.648" v="1751" actId="12"/>
        <pc:sldMkLst>
          <pc:docMk/>
          <pc:sldMk cId="2576742932" sldId="296"/>
        </pc:sldMkLst>
        <pc:spChg chg="add del mod">
          <ac:chgData name="Andrea Corvaglia" userId="2cd0f311674f80f6" providerId="LiveId" clId="{1A719A64-3D57-4263-A4C8-9E72B061AAC8}" dt="2024-08-22T09:40:30.735" v="1750"/>
          <ac:spMkLst>
            <pc:docMk/>
            <pc:sldMk cId="2576742932" sldId="296"/>
            <ac:spMk id="2" creationId="{D26DEDCB-224B-2406-95C2-0D38228E8A91}"/>
          </ac:spMkLst>
        </pc:spChg>
        <pc:spChg chg="mod">
          <ac:chgData name="Andrea Corvaglia" userId="2cd0f311674f80f6" providerId="LiveId" clId="{1A719A64-3D57-4263-A4C8-9E72B061AAC8}" dt="2024-08-22T09:39:11.061" v="1722" actId="113"/>
          <ac:spMkLst>
            <pc:docMk/>
            <pc:sldMk cId="2576742932" sldId="296"/>
            <ac:spMk id="3" creationId="{5DF9C3B9-157E-A1A0-FDB1-5A77EF510503}"/>
          </ac:spMkLst>
        </pc:spChg>
        <pc:spChg chg="mod">
          <ac:chgData name="Andrea Corvaglia" userId="2cd0f311674f80f6" providerId="LiveId" clId="{1A719A64-3D57-4263-A4C8-9E72B061AAC8}" dt="2024-08-22T09:40:37.648" v="1751" actId="12"/>
          <ac:spMkLst>
            <pc:docMk/>
            <pc:sldMk cId="2576742932" sldId="296"/>
            <ac:spMk id="6" creationId="{C7245620-0200-A97B-1A80-CFB6864CA4E2}"/>
          </ac:spMkLst>
        </pc:spChg>
      </pc:sldChg>
      <pc:sldChg chg="addSp delSp modSp add mod">
        <pc:chgData name="Andrea Corvaglia" userId="2cd0f311674f80f6" providerId="LiveId" clId="{1A719A64-3D57-4263-A4C8-9E72B061AAC8}" dt="2024-08-22T09:42:04.636" v="1771" actId="12"/>
        <pc:sldMkLst>
          <pc:docMk/>
          <pc:sldMk cId="3472814959" sldId="297"/>
        </pc:sldMkLst>
        <pc:spChg chg="add del mod">
          <ac:chgData name="Andrea Corvaglia" userId="2cd0f311674f80f6" providerId="LiveId" clId="{1A719A64-3D57-4263-A4C8-9E72B061AAC8}" dt="2024-08-22T09:41:58.253" v="1770"/>
          <ac:spMkLst>
            <pc:docMk/>
            <pc:sldMk cId="3472814959" sldId="297"/>
            <ac:spMk id="2" creationId="{4AD8B0D4-7901-98D2-6C39-E027F09094B3}"/>
          </ac:spMkLst>
        </pc:spChg>
        <pc:spChg chg="mod">
          <ac:chgData name="Andrea Corvaglia" userId="2cd0f311674f80f6" providerId="LiveId" clId="{1A719A64-3D57-4263-A4C8-9E72B061AAC8}" dt="2024-08-22T09:41:24.213" v="1754" actId="113"/>
          <ac:spMkLst>
            <pc:docMk/>
            <pc:sldMk cId="3472814959" sldId="297"/>
            <ac:spMk id="3" creationId="{5DF9C3B9-157E-A1A0-FDB1-5A77EF510503}"/>
          </ac:spMkLst>
        </pc:spChg>
        <pc:spChg chg="mod">
          <ac:chgData name="Andrea Corvaglia" userId="2cd0f311674f80f6" providerId="LiveId" clId="{1A719A64-3D57-4263-A4C8-9E72B061AAC8}" dt="2024-08-22T09:42:04.636" v="1771" actId="12"/>
          <ac:spMkLst>
            <pc:docMk/>
            <pc:sldMk cId="3472814959" sldId="297"/>
            <ac:spMk id="6" creationId="{C7245620-0200-A97B-1A80-CFB6864CA4E2}"/>
          </ac:spMkLst>
        </pc:spChg>
      </pc:sldChg>
      <pc:sldChg chg="addSp delSp modSp add mod">
        <pc:chgData name="Andrea Corvaglia" userId="2cd0f311674f80f6" providerId="LiveId" clId="{1A719A64-3D57-4263-A4C8-9E72B061AAC8}" dt="2024-08-22T10:18:49.678" v="1922" actId="20577"/>
        <pc:sldMkLst>
          <pc:docMk/>
          <pc:sldMk cId="1223028343" sldId="298"/>
        </pc:sldMkLst>
        <pc:spChg chg="add del mod">
          <ac:chgData name="Andrea Corvaglia" userId="2cd0f311674f80f6" providerId="LiveId" clId="{1A719A64-3D57-4263-A4C8-9E72B061AAC8}" dt="2024-08-22T09:43:42.704" v="1792"/>
          <ac:spMkLst>
            <pc:docMk/>
            <pc:sldMk cId="1223028343" sldId="298"/>
            <ac:spMk id="2" creationId="{3B388C85-4A42-EFEA-2DDA-F6CA8B61BD44}"/>
          </ac:spMkLst>
        </pc:spChg>
        <pc:spChg chg="mod">
          <ac:chgData name="Andrea Corvaglia" userId="2cd0f311674f80f6" providerId="LiveId" clId="{1A719A64-3D57-4263-A4C8-9E72B061AAC8}" dt="2024-08-22T10:18:04.386" v="1816" actId="20577"/>
          <ac:spMkLst>
            <pc:docMk/>
            <pc:sldMk cId="1223028343" sldId="298"/>
            <ac:spMk id="3" creationId="{5DF9C3B9-157E-A1A0-FDB1-5A77EF510503}"/>
          </ac:spMkLst>
        </pc:spChg>
        <pc:spChg chg="add mod">
          <ac:chgData name="Andrea Corvaglia" userId="2cd0f311674f80f6" providerId="LiveId" clId="{1A719A64-3D57-4263-A4C8-9E72B061AAC8}" dt="2024-08-22T10:18:49.678" v="1922" actId="20577"/>
          <ac:spMkLst>
            <pc:docMk/>
            <pc:sldMk cId="1223028343" sldId="298"/>
            <ac:spMk id="5" creationId="{57536894-D3EF-736E-8C79-043B97ADA7CB}"/>
          </ac:spMkLst>
        </pc:spChg>
        <pc:spChg chg="del mod">
          <ac:chgData name="Andrea Corvaglia" userId="2cd0f311674f80f6" providerId="LiveId" clId="{1A719A64-3D57-4263-A4C8-9E72B061AAC8}" dt="2024-08-22T10:18:19.261" v="1818"/>
          <ac:spMkLst>
            <pc:docMk/>
            <pc:sldMk cId="1223028343" sldId="298"/>
            <ac:spMk id="6" creationId="{C7245620-0200-A97B-1A80-CFB6864CA4E2}"/>
          </ac:spMkLst>
        </pc:spChg>
      </pc:sldChg>
      <pc:sldChg chg="new del">
        <pc:chgData name="Andrea Corvaglia" userId="2cd0f311674f80f6" providerId="LiveId" clId="{1A719A64-3D57-4263-A4C8-9E72B061AAC8}" dt="2024-08-22T10:17:50.732" v="1794" actId="680"/>
        <pc:sldMkLst>
          <pc:docMk/>
          <pc:sldMk cId="269488518" sldId="299"/>
        </pc:sldMkLst>
      </pc:sldChg>
      <pc:sldChg chg="add">
        <pc:chgData name="Andrea Corvaglia" userId="2cd0f311674f80f6" providerId="LiveId" clId="{1A719A64-3D57-4263-A4C8-9E72B061AAC8}" dt="2024-08-22T10:17:54.962" v="1795"/>
        <pc:sldMkLst>
          <pc:docMk/>
          <pc:sldMk cId="628294300" sldId="299"/>
        </pc:sldMkLst>
      </pc:sldChg>
    </pc:docChg>
  </pc:docChgLst>
  <pc:docChgLst>
    <pc:chgData name="Andrea Corvaglia" userId="2cd0f311674f80f6" providerId="LiveId" clId="{5F1B642E-E25B-46D5-8AC7-C213C63D0B55}"/>
    <pc:docChg chg="undo redo custSel addSld delSld modSld addSection modSection">
      <pc:chgData name="Andrea Corvaglia" userId="2cd0f311674f80f6" providerId="LiveId" clId="{5F1B642E-E25B-46D5-8AC7-C213C63D0B55}" dt="2024-07-08T21:01:33.690" v="3019" actId="20577"/>
      <pc:docMkLst>
        <pc:docMk/>
      </pc:docMkLst>
      <pc:sldChg chg="modSp mod">
        <pc:chgData name="Andrea Corvaglia" userId="2cd0f311674f80f6" providerId="LiveId" clId="{5F1B642E-E25B-46D5-8AC7-C213C63D0B55}" dt="2024-06-22T07:34:32.735" v="13" actId="1076"/>
        <pc:sldMkLst>
          <pc:docMk/>
          <pc:sldMk cId="1839263120" sldId="257"/>
        </pc:sldMkLst>
        <pc:spChg chg="mod">
          <ac:chgData name="Andrea Corvaglia" userId="2cd0f311674f80f6" providerId="LiveId" clId="{5F1B642E-E25B-46D5-8AC7-C213C63D0B55}" dt="2024-06-22T07:34:29.190" v="12"/>
          <ac:spMkLst>
            <pc:docMk/>
            <pc:sldMk cId="1839263120" sldId="257"/>
            <ac:spMk id="2" creationId="{D890DC9C-CB45-9424-94F5-61BF2B3A9A9A}"/>
          </ac:spMkLst>
        </pc:spChg>
        <pc:spChg chg="mod">
          <ac:chgData name="Andrea Corvaglia" userId="2cd0f311674f80f6" providerId="LiveId" clId="{5F1B642E-E25B-46D5-8AC7-C213C63D0B55}" dt="2024-06-22T07:34:32.735" v="13" actId="1076"/>
          <ac:spMkLst>
            <pc:docMk/>
            <pc:sldMk cId="1839263120" sldId="257"/>
            <ac:spMk id="3" creationId="{A686DC91-CD5B-5810-8341-13ABB89BF745}"/>
          </ac:spMkLst>
        </pc:spChg>
      </pc:sldChg>
      <pc:sldChg chg="addSp delSp modSp mod">
        <pc:chgData name="Andrea Corvaglia" userId="2cd0f311674f80f6" providerId="LiveId" clId="{5F1B642E-E25B-46D5-8AC7-C213C63D0B55}" dt="2024-07-08T20:45:36.421" v="2490" actId="20577"/>
        <pc:sldMkLst>
          <pc:docMk/>
          <pc:sldMk cId="2403033022" sldId="260"/>
        </pc:sldMkLst>
        <pc:spChg chg="del">
          <ac:chgData name="Andrea Corvaglia" userId="2cd0f311674f80f6" providerId="LiveId" clId="{5F1B642E-E25B-46D5-8AC7-C213C63D0B55}" dt="2024-07-01T08:35:23.856" v="294" actId="478"/>
          <ac:spMkLst>
            <pc:docMk/>
            <pc:sldMk cId="2403033022" sldId="260"/>
            <ac:spMk id="3" creationId="{FD4C1B9D-E7DA-35FA-614D-09C18F2CD006}"/>
          </ac:spMkLst>
        </pc:spChg>
        <pc:spChg chg="del">
          <ac:chgData name="Andrea Corvaglia" userId="2cd0f311674f80f6" providerId="LiveId" clId="{5F1B642E-E25B-46D5-8AC7-C213C63D0B55}" dt="2024-07-01T08:35:25.534" v="295" actId="478"/>
          <ac:spMkLst>
            <pc:docMk/>
            <pc:sldMk cId="2403033022" sldId="260"/>
            <ac:spMk id="5" creationId="{4A5AD20D-399C-729F-5208-DFF750BDE795}"/>
          </ac:spMkLst>
        </pc:spChg>
        <pc:spChg chg="del">
          <ac:chgData name="Andrea Corvaglia" userId="2cd0f311674f80f6" providerId="LiveId" clId="{5F1B642E-E25B-46D5-8AC7-C213C63D0B55}" dt="2024-07-01T08:35:23.856" v="294" actId="478"/>
          <ac:spMkLst>
            <pc:docMk/>
            <pc:sldMk cId="2403033022" sldId="260"/>
            <ac:spMk id="6" creationId="{51652B5A-8054-7C9C-4AAB-FD2822BDA600}"/>
          </ac:spMkLst>
        </pc:spChg>
        <pc:spChg chg="del mod">
          <ac:chgData name="Andrea Corvaglia" userId="2cd0f311674f80f6" providerId="LiveId" clId="{5F1B642E-E25B-46D5-8AC7-C213C63D0B55}" dt="2024-07-01T08:35:18.833" v="293" actId="478"/>
          <ac:spMkLst>
            <pc:docMk/>
            <pc:sldMk cId="2403033022" sldId="260"/>
            <ac:spMk id="7" creationId="{903BC5A7-BAAE-4D0C-1D2E-017031AD364E}"/>
          </ac:spMkLst>
        </pc:spChg>
        <pc:spChg chg="add mod">
          <ac:chgData name="Andrea Corvaglia" userId="2cd0f311674f80f6" providerId="LiveId" clId="{5F1B642E-E25B-46D5-8AC7-C213C63D0B55}" dt="2024-07-08T20:45:36.421" v="2490" actId="20577"/>
          <ac:spMkLst>
            <pc:docMk/>
            <pc:sldMk cId="2403033022" sldId="260"/>
            <ac:spMk id="9" creationId="{A158A127-C8E5-11EF-D868-03C02FDC7482}"/>
          </ac:spMkLst>
        </pc:spChg>
      </pc:sldChg>
      <pc:sldChg chg="modSp mod">
        <pc:chgData name="Andrea Corvaglia" userId="2cd0f311674f80f6" providerId="LiveId" clId="{5F1B642E-E25B-46D5-8AC7-C213C63D0B55}" dt="2024-07-08T20:46:37.177" v="2495" actId="20577"/>
        <pc:sldMkLst>
          <pc:docMk/>
          <pc:sldMk cId="2037669864" sldId="262"/>
        </pc:sldMkLst>
        <pc:spChg chg="mod">
          <ac:chgData name="Andrea Corvaglia" userId="2cd0f311674f80f6" providerId="LiveId" clId="{5F1B642E-E25B-46D5-8AC7-C213C63D0B55}" dt="2024-07-08T20:46:37.177" v="2495" actId="20577"/>
          <ac:spMkLst>
            <pc:docMk/>
            <pc:sldMk cId="2037669864" sldId="262"/>
            <ac:spMk id="6" creationId="{0726D646-8870-6B3D-0DD1-DFAEF51CCF75}"/>
          </ac:spMkLst>
        </pc:spChg>
      </pc:sldChg>
      <pc:sldChg chg="del">
        <pc:chgData name="Andrea Corvaglia" userId="2cd0f311674f80f6" providerId="LiveId" clId="{5F1B642E-E25B-46D5-8AC7-C213C63D0B55}" dt="2024-07-08T20:46:45.773" v="2496" actId="47"/>
        <pc:sldMkLst>
          <pc:docMk/>
          <pc:sldMk cId="794585325" sldId="263"/>
        </pc:sldMkLst>
      </pc:sldChg>
      <pc:sldChg chg="del">
        <pc:chgData name="Andrea Corvaglia" userId="2cd0f311674f80f6" providerId="LiveId" clId="{5F1B642E-E25B-46D5-8AC7-C213C63D0B55}" dt="2024-07-08T20:46:58.848" v="2498" actId="47"/>
        <pc:sldMkLst>
          <pc:docMk/>
          <pc:sldMk cId="3120711540" sldId="266"/>
        </pc:sldMkLst>
      </pc:sldChg>
      <pc:sldChg chg="addSp delSp modSp mod">
        <pc:chgData name="Andrea Corvaglia" userId="2cd0f311674f80f6" providerId="LiveId" clId="{5F1B642E-E25B-46D5-8AC7-C213C63D0B55}" dt="2024-07-08T20:46:15.117" v="2494" actId="2711"/>
        <pc:sldMkLst>
          <pc:docMk/>
          <pc:sldMk cId="45302024" sldId="267"/>
        </pc:sldMkLst>
        <pc:spChg chg="del mod">
          <ac:chgData name="Andrea Corvaglia" userId="2cd0f311674f80f6" providerId="LiveId" clId="{5F1B642E-E25B-46D5-8AC7-C213C63D0B55}" dt="2024-07-01T08:34:39.729" v="286" actId="478"/>
          <ac:spMkLst>
            <pc:docMk/>
            <pc:sldMk cId="45302024" sldId="267"/>
            <ac:spMk id="3" creationId="{FD4C1B9D-E7DA-35FA-614D-09C18F2CD006}"/>
          </ac:spMkLst>
        </pc:spChg>
        <pc:spChg chg="del">
          <ac:chgData name="Andrea Corvaglia" userId="2cd0f311674f80f6" providerId="LiveId" clId="{5F1B642E-E25B-46D5-8AC7-C213C63D0B55}" dt="2024-07-01T08:34:46.203" v="287" actId="478"/>
          <ac:spMkLst>
            <pc:docMk/>
            <pc:sldMk cId="45302024" sldId="267"/>
            <ac:spMk id="5" creationId="{4A5AD20D-399C-729F-5208-DFF750BDE795}"/>
          </ac:spMkLst>
        </pc:spChg>
        <pc:spChg chg="del mod">
          <ac:chgData name="Andrea Corvaglia" userId="2cd0f311674f80f6" providerId="LiveId" clId="{5F1B642E-E25B-46D5-8AC7-C213C63D0B55}" dt="2024-07-01T08:34:37.304" v="285" actId="478"/>
          <ac:spMkLst>
            <pc:docMk/>
            <pc:sldMk cId="45302024" sldId="267"/>
            <ac:spMk id="7" creationId="{B661FA2B-9321-2725-A254-39147327D77A}"/>
          </ac:spMkLst>
        </pc:spChg>
        <pc:spChg chg="add mod">
          <ac:chgData name="Andrea Corvaglia" userId="2cd0f311674f80f6" providerId="LiveId" clId="{5F1B642E-E25B-46D5-8AC7-C213C63D0B55}" dt="2024-07-08T20:46:15.117" v="2494" actId="2711"/>
          <ac:spMkLst>
            <pc:docMk/>
            <pc:sldMk cId="45302024" sldId="267"/>
            <ac:spMk id="9" creationId="{FC2621CB-E9B2-E019-0660-E385BF35418E}"/>
          </ac:spMkLst>
        </pc:spChg>
      </pc:sldChg>
      <pc:sldChg chg="del">
        <pc:chgData name="Andrea Corvaglia" userId="2cd0f311674f80f6" providerId="LiveId" clId="{5F1B642E-E25B-46D5-8AC7-C213C63D0B55}" dt="2024-07-08T20:46:46.606" v="2497" actId="47"/>
        <pc:sldMkLst>
          <pc:docMk/>
          <pc:sldMk cId="2934191150" sldId="268"/>
        </pc:sldMkLst>
      </pc:sldChg>
      <pc:sldChg chg="del">
        <pc:chgData name="Andrea Corvaglia" userId="2cd0f311674f80f6" providerId="LiveId" clId="{5F1B642E-E25B-46D5-8AC7-C213C63D0B55}" dt="2024-06-24T14:22:02.060" v="14" actId="47"/>
        <pc:sldMkLst>
          <pc:docMk/>
          <pc:sldMk cId="106092832" sldId="269"/>
        </pc:sldMkLst>
      </pc:sldChg>
      <pc:sldChg chg="addSp delSp modSp add del mod">
        <pc:chgData name="Andrea Corvaglia" userId="2cd0f311674f80f6" providerId="LiveId" clId="{5F1B642E-E25B-46D5-8AC7-C213C63D0B55}" dt="2024-07-01T10:03:14.461" v="1915" actId="47"/>
        <pc:sldMkLst>
          <pc:docMk/>
          <pc:sldMk cId="3618525489" sldId="269"/>
        </pc:sldMkLst>
        <pc:spChg chg="add">
          <ac:chgData name="Andrea Corvaglia" userId="2cd0f311674f80f6" providerId="LiveId" clId="{5F1B642E-E25B-46D5-8AC7-C213C63D0B55}" dt="2024-06-24T14:37:29.078" v="22"/>
          <ac:spMkLst>
            <pc:docMk/>
            <pc:sldMk cId="3618525489" sldId="269"/>
            <ac:spMk id="2" creationId="{69C9D403-AC24-2E89-64FF-B5F7AC1789A0}"/>
          </ac:spMkLst>
        </pc:spChg>
        <pc:spChg chg="mod">
          <ac:chgData name="Andrea Corvaglia" userId="2cd0f311674f80f6" providerId="LiveId" clId="{5F1B642E-E25B-46D5-8AC7-C213C63D0B55}" dt="2024-06-24T14:36:32.786" v="21"/>
          <ac:spMkLst>
            <pc:docMk/>
            <pc:sldMk cId="3618525489" sldId="269"/>
            <ac:spMk id="3" creationId="{BD722CEC-4EC5-32E1-87A6-A5CB6E3713B1}"/>
          </ac:spMkLst>
        </pc:spChg>
        <pc:spChg chg="del mod">
          <ac:chgData name="Andrea Corvaglia" userId="2cd0f311674f80f6" providerId="LiveId" clId="{5F1B642E-E25B-46D5-8AC7-C213C63D0B55}" dt="2024-06-24T14:38:17.874" v="133"/>
          <ac:spMkLst>
            <pc:docMk/>
            <pc:sldMk cId="3618525489" sldId="269"/>
            <ac:spMk id="4" creationId="{D0875D24-B6AA-A6CF-3BB5-0A12BDEBB265}"/>
          </ac:spMkLst>
        </pc:spChg>
        <pc:spChg chg="add">
          <ac:chgData name="Andrea Corvaglia" userId="2cd0f311674f80f6" providerId="LiveId" clId="{5F1B642E-E25B-46D5-8AC7-C213C63D0B55}" dt="2024-06-24T14:37:32.058" v="23"/>
          <ac:spMkLst>
            <pc:docMk/>
            <pc:sldMk cId="3618525489" sldId="269"/>
            <ac:spMk id="5" creationId="{AB840C45-4880-6627-C48F-4BB08ACE6E7D}"/>
          </ac:spMkLst>
        </pc:spChg>
        <pc:spChg chg="add">
          <ac:chgData name="Andrea Corvaglia" userId="2cd0f311674f80f6" providerId="LiveId" clId="{5F1B642E-E25B-46D5-8AC7-C213C63D0B55}" dt="2024-06-24T14:37:39.123" v="131"/>
          <ac:spMkLst>
            <pc:docMk/>
            <pc:sldMk cId="3618525489" sldId="269"/>
            <ac:spMk id="6" creationId="{BAD6BB3B-AE41-BADF-A3E6-2B8D6E05FF29}"/>
          </ac:spMkLst>
        </pc:spChg>
        <pc:spChg chg="add del mod">
          <ac:chgData name="Andrea Corvaglia" userId="2cd0f311674f80f6" providerId="LiveId" clId="{5F1B642E-E25B-46D5-8AC7-C213C63D0B55}" dt="2024-06-24T14:39:02.702" v="145"/>
          <ac:spMkLst>
            <pc:docMk/>
            <pc:sldMk cId="3618525489" sldId="269"/>
            <ac:spMk id="7" creationId="{558F6F48-066F-EF68-5CC9-B6C736D8B1E1}"/>
          </ac:spMkLst>
        </pc:spChg>
        <pc:spChg chg="add mod">
          <ac:chgData name="Andrea Corvaglia" userId="2cd0f311674f80f6" providerId="LiveId" clId="{5F1B642E-E25B-46D5-8AC7-C213C63D0B55}" dt="2024-06-24T14:39:01.826" v="143" actId="12"/>
          <ac:spMkLst>
            <pc:docMk/>
            <pc:sldMk cId="3618525489" sldId="269"/>
            <ac:spMk id="8" creationId="{75D13AA8-CBAF-E079-4544-6C0C04CEC24B}"/>
          </ac:spMkLst>
        </pc:spChg>
      </pc:sldChg>
      <pc:sldChg chg="del">
        <pc:chgData name="Andrea Corvaglia" userId="2cd0f311674f80f6" providerId="LiveId" clId="{5F1B642E-E25B-46D5-8AC7-C213C63D0B55}" dt="2024-06-24T14:22:03.366" v="15" actId="47"/>
        <pc:sldMkLst>
          <pc:docMk/>
          <pc:sldMk cId="92591119" sldId="270"/>
        </pc:sldMkLst>
      </pc:sldChg>
      <pc:sldChg chg="addSp delSp modSp add mod">
        <pc:chgData name="Andrea Corvaglia" userId="2cd0f311674f80f6" providerId="LiveId" clId="{5F1B642E-E25B-46D5-8AC7-C213C63D0B55}" dt="2024-07-08T20:55:07.150" v="2597" actId="20577"/>
        <pc:sldMkLst>
          <pc:docMk/>
          <pc:sldMk cId="614230700" sldId="270"/>
        </pc:sldMkLst>
        <pc:spChg chg="add">
          <ac:chgData name="Andrea Corvaglia" userId="2cd0f311674f80f6" providerId="LiveId" clId="{5F1B642E-E25B-46D5-8AC7-C213C63D0B55}" dt="2024-06-24T14:39:40.339" v="148"/>
          <ac:spMkLst>
            <pc:docMk/>
            <pc:sldMk cId="614230700" sldId="270"/>
            <ac:spMk id="2" creationId="{DC1A8FB4-A235-81E8-1288-8DF123961D24}"/>
          </ac:spMkLst>
        </pc:spChg>
        <pc:spChg chg="mod">
          <ac:chgData name="Andrea Corvaglia" userId="2cd0f311674f80f6" providerId="LiveId" clId="{5F1B642E-E25B-46D5-8AC7-C213C63D0B55}" dt="2024-06-24T14:39:25.345" v="147"/>
          <ac:spMkLst>
            <pc:docMk/>
            <pc:sldMk cId="614230700" sldId="270"/>
            <ac:spMk id="3" creationId="{BD722CEC-4EC5-32E1-87A6-A5CB6E3713B1}"/>
          </ac:spMkLst>
        </pc:spChg>
        <pc:spChg chg="add mod">
          <ac:chgData name="Andrea Corvaglia" userId="2cd0f311674f80f6" providerId="LiveId" clId="{5F1B642E-E25B-46D5-8AC7-C213C63D0B55}" dt="2024-07-08T20:55:07.150" v="2597" actId="20577"/>
          <ac:spMkLst>
            <pc:docMk/>
            <pc:sldMk cId="614230700" sldId="270"/>
            <ac:spMk id="4" creationId="{D6EC3B5A-2D2B-AE29-11BF-785944B0E4DA}"/>
          </ac:spMkLst>
        </pc:spChg>
        <pc:spChg chg="add del mod">
          <ac:chgData name="Andrea Corvaglia" userId="2cd0f311674f80f6" providerId="LiveId" clId="{5F1B642E-E25B-46D5-8AC7-C213C63D0B55}" dt="2024-06-24T14:40:27.842" v="170"/>
          <ac:spMkLst>
            <pc:docMk/>
            <pc:sldMk cId="614230700" sldId="270"/>
            <ac:spMk id="4" creationId="{F79B7E46-485E-F103-0F94-0EF7B3FAF87C}"/>
          </ac:spMkLst>
        </pc:spChg>
        <pc:spChg chg="add mod">
          <ac:chgData name="Andrea Corvaglia" userId="2cd0f311674f80f6" providerId="LiveId" clId="{5F1B642E-E25B-46D5-8AC7-C213C63D0B55}" dt="2024-06-24T14:41:54.904" v="174" actId="1076"/>
          <ac:spMkLst>
            <pc:docMk/>
            <pc:sldMk cId="614230700" sldId="270"/>
            <ac:spMk id="5" creationId="{56433D39-9BD7-589F-EB6D-B916682EBA55}"/>
          </ac:spMkLst>
        </pc:spChg>
        <pc:spChg chg="add mod">
          <ac:chgData name="Andrea Corvaglia" userId="2cd0f311674f80f6" providerId="LiveId" clId="{5F1B642E-E25B-46D5-8AC7-C213C63D0B55}" dt="2024-06-24T14:42:15.762" v="177" actId="14100"/>
          <ac:spMkLst>
            <pc:docMk/>
            <pc:sldMk cId="614230700" sldId="270"/>
            <ac:spMk id="6" creationId="{204698A0-C5E1-4F43-11C2-54267042860D}"/>
          </ac:spMkLst>
        </pc:spChg>
        <pc:spChg chg="mod">
          <ac:chgData name="Andrea Corvaglia" userId="2cd0f311674f80f6" providerId="LiveId" clId="{5F1B642E-E25B-46D5-8AC7-C213C63D0B55}" dt="2024-07-01T08:38:24.467" v="322" actId="1076"/>
          <ac:spMkLst>
            <pc:docMk/>
            <pc:sldMk cId="614230700" sldId="270"/>
            <ac:spMk id="8" creationId="{75D13AA8-CBAF-E079-4544-6C0C04CEC24B}"/>
          </ac:spMkLst>
        </pc:spChg>
        <pc:picChg chg="add mod">
          <ac:chgData name="Andrea Corvaglia" userId="2cd0f311674f80f6" providerId="LiveId" clId="{5F1B642E-E25B-46D5-8AC7-C213C63D0B55}" dt="2024-07-08T20:48:58.154" v="2505" actId="1038"/>
          <ac:picMkLst>
            <pc:docMk/>
            <pc:sldMk cId="614230700" sldId="270"/>
            <ac:picMk id="9" creationId="{15219C61-6DE1-965A-E79B-EEAC6BA79D06}"/>
          </ac:picMkLst>
        </pc:picChg>
      </pc:sldChg>
      <pc:sldChg chg="addSp delSp modSp add del mod">
        <pc:chgData name="Andrea Corvaglia" userId="2cd0f311674f80f6" providerId="LiveId" clId="{5F1B642E-E25B-46D5-8AC7-C213C63D0B55}" dt="2024-07-01T10:02:55.842" v="1914" actId="47"/>
        <pc:sldMkLst>
          <pc:docMk/>
          <pc:sldMk cId="377279130" sldId="271"/>
        </pc:sldMkLst>
        <pc:spChg chg="add mod">
          <ac:chgData name="Andrea Corvaglia" userId="2cd0f311674f80f6" providerId="LiveId" clId="{5F1B642E-E25B-46D5-8AC7-C213C63D0B55}" dt="2024-07-01T10:02:51.466" v="1912" actId="14100"/>
          <ac:spMkLst>
            <pc:docMk/>
            <pc:sldMk cId="377279130" sldId="271"/>
            <ac:spMk id="2" creationId="{1120278B-6B57-D496-CF12-91DF242B5110}"/>
          </ac:spMkLst>
        </pc:spChg>
        <pc:spChg chg="mod">
          <ac:chgData name="Andrea Corvaglia" userId="2cd0f311674f80f6" providerId="LiveId" clId="{5F1B642E-E25B-46D5-8AC7-C213C63D0B55}" dt="2024-06-24T14:44:08.175" v="191"/>
          <ac:spMkLst>
            <pc:docMk/>
            <pc:sldMk cId="377279130" sldId="271"/>
            <ac:spMk id="3" creationId="{BD722CEC-4EC5-32E1-87A6-A5CB6E3713B1}"/>
          </ac:spMkLst>
        </pc:spChg>
        <pc:spChg chg="del mod">
          <ac:chgData name="Andrea Corvaglia" userId="2cd0f311674f80f6" providerId="LiveId" clId="{5F1B642E-E25B-46D5-8AC7-C213C63D0B55}" dt="2024-06-24T14:43:39.501" v="190" actId="478"/>
          <ac:spMkLst>
            <pc:docMk/>
            <pc:sldMk cId="377279130" sldId="271"/>
            <ac:spMk id="8" creationId="{75D13AA8-CBAF-E079-4544-6C0C04CEC24B}"/>
          </ac:spMkLst>
        </pc:spChg>
        <pc:picChg chg="add del mod">
          <ac:chgData name="Andrea Corvaglia" userId="2cd0f311674f80f6" providerId="LiveId" clId="{5F1B642E-E25B-46D5-8AC7-C213C63D0B55}" dt="2024-07-01T10:02:54.420" v="1913" actId="21"/>
          <ac:picMkLst>
            <pc:docMk/>
            <pc:sldMk cId="377279130" sldId="271"/>
            <ac:picMk id="5" creationId="{D7835337-B298-FAC8-EE10-6ABCB1FA2134}"/>
          </ac:picMkLst>
        </pc:picChg>
        <pc:picChg chg="del">
          <ac:chgData name="Andrea Corvaglia" userId="2cd0f311674f80f6" providerId="LiveId" clId="{5F1B642E-E25B-46D5-8AC7-C213C63D0B55}" dt="2024-06-24T14:43:35.172" v="188" actId="478"/>
          <ac:picMkLst>
            <pc:docMk/>
            <pc:sldMk cId="377279130" sldId="271"/>
            <ac:picMk id="9" creationId="{15219C61-6DE1-965A-E79B-EEAC6BA79D06}"/>
          </ac:picMkLst>
        </pc:picChg>
      </pc:sldChg>
      <pc:sldChg chg="del">
        <pc:chgData name="Andrea Corvaglia" userId="2cd0f311674f80f6" providerId="LiveId" clId="{5F1B642E-E25B-46D5-8AC7-C213C63D0B55}" dt="2024-06-24T14:22:04.252" v="16" actId="47"/>
        <pc:sldMkLst>
          <pc:docMk/>
          <pc:sldMk cId="934436070" sldId="271"/>
        </pc:sldMkLst>
      </pc:sldChg>
      <pc:sldChg chg="new del">
        <pc:chgData name="Andrea Corvaglia" userId="2cd0f311674f80f6" providerId="LiveId" clId="{5F1B642E-E25B-46D5-8AC7-C213C63D0B55}" dt="2024-06-24T14:43:21.362" v="184" actId="680"/>
        <pc:sldMkLst>
          <pc:docMk/>
          <pc:sldMk cId="2635590333" sldId="271"/>
        </pc:sldMkLst>
      </pc:sldChg>
      <pc:sldChg chg="new del">
        <pc:chgData name="Andrea Corvaglia" userId="2cd0f311674f80f6" providerId="LiveId" clId="{5F1B642E-E25B-46D5-8AC7-C213C63D0B55}" dt="2024-06-24T14:43:28.154" v="186" actId="680"/>
        <pc:sldMkLst>
          <pc:docMk/>
          <pc:sldMk cId="3227862933" sldId="271"/>
        </pc:sldMkLst>
      </pc:sldChg>
      <pc:sldChg chg="addSp delSp modSp add del mod setBg">
        <pc:chgData name="Andrea Corvaglia" userId="2cd0f311674f80f6" providerId="LiveId" clId="{5F1B642E-E25B-46D5-8AC7-C213C63D0B55}" dt="2024-07-01T09:15:16.178" v="1102" actId="47"/>
        <pc:sldMkLst>
          <pc:docMk/>
          <pc:sldMk cId="135959777" sldId="272"/>
        </pc:sldMkLst>
        <pc:spChg chg="del">
          <ac:chgData name="Andrea Corvaglia" userId="2cd0f311674f80f6" providerId="LiveId" clId="{5F1B642E-E25B-46D5-8AC7-C213C63D0B55}" dt="2024-06-24T14:45:21.747" v="202" actId="478"/>
          <ac:spMkLst>
            <pc:docMk/>
            <pc:sldMk cId="135959777" sldId="272"/>
            <ac:spMk id="2" creationId="{1120278B-6B57-D496-CF12-91DF242B5110}"/>
          </ac:spMkLst>
        </pc:spChg>
        <pc:spChg chg="mod">
          <ac:chgData name="Andrea Corvaglia" userId="2cd0f311674f80f6" providerId="LiveId" clId="{5F1B642E-E25B-46D5-8AC7-C213C63D0B55}" dt="2024-07-01T09:00:28.751" v="542" actId="1076"/>
          <ac:spMkLst>
            <pc:docMk/>
            <pc:sldMk cId="135959777" sldId="272"/>
            <ac:spMk id="3" creationId="{BD722CEC-4EC5-32E1-87A6-A5CB6E3713B1}"/>
          </ac:spMkLst>
        </pc:spChg>
        <pc:spChg chg="add del">
          <ac:chgData name="Andrea Corvaglia" userId="2cd0f311674f80f6" providerId="LiveId" clId="{5F1B642E-E25B-46D5-8AC7-C213C63D0B55}" dt="2024-06-24T14:45:21.747" v="202" actId="478"/>
          <ac:spMkLst>
            <pc:docMk/>
            <pc:sldMk cId="135959777" sldId="272"/>
            <ac:spMk id="4" creationId="{E1B86B94-CE36-13EA-85A9-FE60FE42A5BD}"/>
          </ac:spMkLst>
        </pc:spChg>
        <pc:spChg chg="add del mod">
          <ac:chgData name="Andrea Corvaglia" userId="2cd0f311674f80f6" providerId="LiveId" clId="{5F1B642E-E25B-46D5-8AC7-C213C63D0B55}" dt="2024-07-01T08:53:31.366" v="492" actId="478"/>
          <ac:spMkLst>
            <pc:docMk/>
            <pc:sldMk cId="135959777" sldId="272"/>
            <ac:spMk id="5" creationId="{87C88E3F-32E9-1F66-9222-B5DF700AC868}"/>
          </ac:spMkLst>
        </pc:spChg>
        <pc:spChg chg="del mod">
          <ac:chgData name="Andrea Corvaglia" userId="2cd0f311674f80f6" providerId="LiveId" clId="{5F1B642E-E25B-46D5-8AC7-C213C63D0B55}" dt="2024-06-24T14:46:07.418" v="208" actId="478"/>
          <ac:spMkLst>
            <pc:docMk/>
            <pc:sldMk cId="135959777" sldId="272"/>
            <ac:spMk id="6" creationId="{204698A0-C5E1-4F43-11C2-54267042860D}"/>
          </ac:spMkLst>
        </pc:spChg>
        <pc:spChg chg="add mod">
          <ac:chgData name="Andrea Corvaglia" userId="2cd0f311674f80f6" providerId="LiveId" clId="{5F1B642E-E25B-46D5-8AC7-C213C63D0B55}" dt="2024-07-01T09:05:56.835" v="559" actId="14100"/>
          <ac:spMkLst>
            <pc:docMk/>
            <pc:sldMk cId="135959777" sldId="272"/>
            <ac:spMk id="6" creationId="{E7D749C8-6C0E-0BD4-D3C2-ED319F08E4EB}"/>
          </ac:spMkLst>
        </pc:spChg>
        <pc:spChg chg="add mod">
          <ac:chgData name="Andrea Corvaglia" userId="2cd0f311674f80f6" providerId="LiveId" clId="{5F1B642E-E25B-46D5-8AC7-C213C63D0B55}" dt="2024-07-01T09:10:54.376" v="1037" actId="20577"/>
          <ac:spMkLst>
            <pc:docMk/>
            <pc:sldMk cId="135959777" sldId="272"/>
            <ac:spMk id="7" creationId="{A3D48366-4388-39DA-5D7A-1C057D24FCF6}"/>
          </ac:spMkLst>
        </pc:spChg>
        <pc:picChg chg="add mod">
          <ac:chgData name="Andrea Corvaglia" userId="2cd0f311674f80f6" providerId="LiveId" clId="{5F1B642E-E25B-46D5-8AC7-C213C63D0B55}" dt="2024-07-01T09:05:18.391" v="551" actId="1076"/>
          <ac:picMkLst>
            <pc:docMk/>
            <pc:sldMk cId="135959777" sldId="272"/>
            <ac:picMk id="2" creationId="{BB8BFBD4-F014-DF73-0D99-CFBD8AFB21BF}"/>
          </ac:picMkLst>
        </pc:picChg>
        <pc:picChg chg="add mod">
          <ac:chgData name="Andrea Corvaglia" userId="2cd0f311674f80f6" providerId="LiveId" clId="{5F1B642E-E25B-46D5-8AC7-C213C63D0B55}" dt="2024-07-01T09:05:11.398" v="549" actId="1076"/>
          <ac:picMkLst>
            <pc:docMk/>
            <pc:sldMk cId="135959777" sldId="272"/>
            <ac:picMk id="4" creationId="{2CF7431A-EE19-B86E-1D09-338118C35E19}"/>
          </ac:picMkLst>
        </pc:picChg>
      </pc:sldChg>
      <pc:sldChg chg="del">
        <pc:chgData name="Andrea Corvaglia" userId="2cd0f311674f80f6" providerId="LiveId" clId="{5F1B642E-E25B-46D5-8AC7-C213C63D0B55}" dt="2024-06-24T14:22:10.552" v="17" actId="47"/>
        <pc:sldMkLst>
          <pc:docMk/>
          <pc:sldMk cId="2143124673" sldId="272"/>
        </pc:sldMkLst>
      </pc:sldChg>
      <pc:sldChg chg="addSp delSp modSp add del mod">
        <pc:chgData name="Andrea Corvaglia" userId="2cd0f311674f80f6" providerId="LiveId" clId="{5F1B642E-E25B-46D5-8AC7-C213C63D0B55}" dt="2024-07-01T09:54:21.238" v="1799" actId="47"/>
        <pc:sldMkLst>
          <pc:docMk/>
          <pc:sldMk cId="1289483089" sldId="273"/>
        </pc:sldMkLst>
        <pc:spChg chg="add">
          <ac:chgData name="Andrea Corvaglia" userId="2cd0f311674f80f6" providerId="LiveId" clId="{5F1B642E-E25B-46D5-8AC7-C213C63D0B55}" dt="2024-06-24T14:49:05.635" v="218"/>
          <ac:spMkLst>
            <pc:docMk/>
            <pc:sldMk cId="1289483089" sldId="273"/>
            <ac:spMk id="2" creationId="{1D6775BD-4AD9-3362-A202-91BDE2FFA1C8}"/>
          </ac:spMkLst>
        </pc:spChg>
        <pc:spChg chg="mod">
          <ac:chgData name="Andrea Corvaglia" userId="2cd0f311674f80f6" providerId="LiveId" clId="{5F1B642E-E25B-46D5-8AC7-C213C63D0B55}" dt="2024-06-24T14:48:51.009" v="217"/>
          <ac:spMkLst>
            <pc:docMk/>
            <pc:sldMk cId="1289483089" sldId="273"/>
            <ac:spMk id="3" creationId="{BD722CEC-4EC5-32E1-87A6-A5CB6E3713B1}"/>
          </ac:spMkLst>
        </pc:spChg>
        <pc:spChg chg="add mod">
          <ac:chgData name="Andrea Corvaglia" userId="2cd0f311674f80f6" providerId="LiveId" clId="{5F1B642E-E25B-46D5-8AC7-C213C63D0B55}" dt="2024-07-01T09:00:10.563" v="540" actId="20577"/>
          <ac:spMkLst>
            <pc:docMk/>
            <pc:sldMk cId="1289483089" sldId="273"/>
            <ac:spMk id="4" creationId="{64C950AF-C117-76D0-5622-BE9484F358DC}"/>
          </ac:spMkLst>
        </pc:spChg>
        <pc:spChg chg="del">
          <ac:chgData name="Andrea Corvaglia" userId="2cd0f311674f80f6" providerId="LiveId" clId="{5F1B642E-E25B-46D5-8AC7-C213C63D0B55}" dt="2024-06-24T14:49:08.140" v="219" actId="478"/>
          <ac:spMkLst>
            <pc:docMk/>
            <pc:sldMk cId="1289483089" sldId="273"/>
            <ac:spMk id="5" creationId="{87C88E3F-32E9-1F66-9222-B5DF700AC868}"/>
          </ac:spMkLst>
        </pc:spChg>
      </pc:sldChg>
      <pc:sldChg chg="addSp delSp modSp add del mod">
        <pc:chgData name="Andrea Corvaglia" userId="2cd0f311674f80f6" providerId="LiveId" clId="{5F1B642E-E25B-46D5-8AC7-C213C63D0B55}" dt="2024-07-01T09:54:40.492" v="1800" actId="47"/>
        <pc:sldMkLst>
          <pc:docMk/>
          <pc:sldMk cId="622008349" sldId="274"/>
        </pc:sldMkLst>
        <pc:spChg chg="add del">
          <ac:chgData name="Andrea Corvaglia" userId="2cd0f311674f80f6" providerId="LiveId" clId="{5F1B642E-E25B-46D5-8AC7-C213C63D0B55}" dt="2024-06-24T14:49:55.759" v="228" actId="478"/>
          <ac:spMkLst>
            <pc:docMk/>
            <pc:sldMk cId="622008349" sldId="274"/>
            <ac:spMk id="2" creationId="{AA1DD8D3-ECBA-CA64-DC2B-6A25F7B5E039}"/>
          </ac:spMkLst>
        </pc:spChg>
        <pc:spChg chg="mod">
          <ac:chgData name="Andrea Corvaglia" userId="2cd0f311674f80f6" providerId="LiveId" clId="{5F1B642E-E25B-46D5-8AC7-C213C63D0B55}" dt="2024-06-24T14:49:42.627" v="225"/>
          <ac:spMkLst>
            <pc:docMk/>
            <pc:sldMk cId="622008349" sldId="274"/>
            <ac:spMk id="3" creationId="{BD722CEC-4EC5-32E1-87A6-A5CB6E3713B1}"/>
          </ac:spMkLst>
        </pc:spChg>
        <pc:spChg chg="add del">
          <ac:chgData name="Andrea Corvaglia" userId="2cd0f311674f80f6" providerId="LiveId" clId="{5F1B642E-E25B-46D5-8AC7-C213C63D0B55}" dt="2024-06-24T14:49:57.454" v="229" actId="478"/>
          <ac:spMkLst>
            <pc:docMk/>
            <pc:sldMk cId="622008349" sldId="274"/>
            <ac:spMk id="4" creationId="{64C950AF-C117-76D0-5622-BE9484F358DC}"/>
          </ac:spMkLst>
        </pc:spChg>
        <pc:spChg chg="add mod">
          <ac:chgData name="Andrea Corvaglia" userId="2cd0f311674f80f6" providerId="LiveId" clId="{5F1B642E-E25B-46D5-8AC7-C213C63D0B55}" dt="2024-06-24T14:50:14.118" v="236" actId="12"/>
          <ac:spMkLst>
            <pc:docMk/>
            <pc:sldMk cId="622008349" sldId="274"/>
            <ac:spMk id="5" creationId="{75EAFEA9-7E63-C7E8-EB7A-65C588D1CF83}"/>
          </ac:spMkLst>
        </pc:spChg>
      </pc:sldChg>
      <pc:sldChg chg="addSp delSp modSp add del mod">
        <pc:chgData name="Andrea Corvaglia" userId="2cd0f311674f80f6" providerId="LiveId" clId="{5F1B642E-E25B-46D5-8AC7-C213C63D0B55}" dt="2024-07-01T09:54:50.761" v="1801" actId="47"/>
        <pc:sldMkLst>
          <pc:docMk/>
          <pc:sldMk cId="2521320084" sldId="275"/>
        </pc:sldMkLst>
        <pc:spChg chg="add">
          <ac:chgData name="Andrea Corvaglia" userId="2cd0f311674f80f6" providerId="LiveId" clId="{5F1B642E-E25B-46D5-8AC7-C213C63D0B55}" dt="2024-06-24T14:50:50.432" v="239"/>
          <ac:spMkLst>
            <pc:docMk/>
            <pc:sldMk cId="2521320084" sldId="275"/>
            <ac:spMk id="2" creationId="{195C4977-4E07-95B9-8BB9-13CBDBD8C41A}"/>
          </ac:spMkLst>
        </pc:spChg>
        <pc:spChg chg="mod">
          <ac:chgData name="Andrea Corvaglia" userId="2cd0f311674f80f6" providerId="LiveId" clId="{5F1B642E-E25B-46D5-8AC7-C213C63D0B55}" dt="2024-06-24T14:50:35.754" v="238"/>
          <ac:spMkLst>
            <pc:docMk/>
            <pc:sldMk cId="2521320084" sldId="275"/>
            <ac:spMk id="3" creationId="{BD722CEC-4EC5-32E1-87A6-A5CB6E3713B1}"/>
          </ac:spMkLst>
        </pc:spChg>
        <pc:spChg chg="add mod">
          <ac:chgData name="Andrea Corvaglia" userId="2cd0f311674f80f6" providerId="LiveId" clId="{5F1B642E-E25B-46D5-8AC7-C213C63D0B55}" dt="2024-06-24T14:51:09.546" v="246" actId="1076"/>
          <ac:spMkLst>
            <pc:docMk/>
            <pc:sldMk cId="2521320084" sldId="275"/>
            <ac:spMk id="4" creationId="{A0504DEC-6D0E-1A13-4138-14B520BECDF6}"/>
          </ac:spMkLst>
        </pc:spChg>
        <pc:spChg chg="del">
          <ac:chgData name="Andrea Corvaglia" userId="2cd0f311674f80f6" providerId="LiveId" clId="{5F1B642E-E25B-46D5-8AC7-C213C63D0B55}" dt="2024-06-24T14:50:53.798" v="240" actId="478"/>
          <ac:spMkLst>
            <pc:docMk/>
            <pc:sldMk cId="2521320084" sldId="275"/>
            <ac:spMk id="5" creationId="{75EAFEA9-7E63-C7E8-EB7A-65C588D1CF83}"/>
          </ac:spMkLst>
        </pc:spChg>
      </pc:sldChg>
      <pc:sldChg chg="addSp delSp modSp add mod">
        <pc:chgData name="Andrea Corvaglia" userId="2cd0f311674f80f6" providerId="LiveId" clId="{5F1B642E-E25B-46D5-8AC7-C213C63D0B55}" dt="2024-07-01T09:57:40.013" v="1819" actId="1076"/>
        <pc:sldMkLst>
          <pc:docMk/>
          <pc:sldMk cId="1135990565" sldId="276"/>
        </pc:sldMkLst>
        <pc:spChg chg="add del mod">
          <ac:chgData name="Andrea Corvaglia" userId="2cd0f311674f80f6" providerId="LiveId" clId="{5F1B642E-E25B-46D5-8AC7-C213C63D0B55}" dt="2024-07-01T09:57:07.791" v="1812" actId="478"/>
          <ac:spMkLst>
            <pc:docMk/>
            <pc:sldMk cId="1135990565" sldId="276"/>
            <ac:spMk id="2" creationId="{3C807E28-F99F-B6E3-43F0-873B13B41B6E}"/>
          </ac:spMkLst>
        </pc:spChg>
        <pc:spChg chg="mod">
          <ac:chgData name="Andrea Corvaglia" userId="2cd0f311674f80f6" providerId="LiveId" clId="{5F1B642E-E25B-46D5-8AC7-C213C63D0B55}" dt="2024-07-01T09:57:12.306" v="1815" actId="20577"/>
          <ac:spMkLst>
            <pc:docMk/>
            <pc:sldMk cId="1135990565" sldId="276"/>
            <ac:spMk id="3" creationId="{BD722CEC-4EC5-32E1-87A6-A5CB6E3713B1}"/>
          </ac:spMkLst>
        </pc:spChg>
        <pc:spChg chg="del">
          <ac:chgData name="Andrea Corvaglia" userId="2cd0f311674f80f6" providerId="LiveId" clId="{5F1B642E-E25B-46D5-8AC7-C213C63D0B55}" dt="2024-06-24T14:51:16.509" v="248" actId="478"/>
          <ac:spMkLst>
            <pc:docMk/>
            <pc:sldMk cId="1135990565" sldId="276"/>
            <ac:spMk id="4" creationId="{A0504DEC-6D0E-1A13-4138-14B520BECDF6}"/>
          </ac:spMkLst>
        </pc:spChg>
        <pc:picChg chg="add mod">
          <ac:chgData name="Andrea Corvaglia" userId="2cd0f311674f80f6" providerId="LiveId" clId="{5F1B642E-E25B-46D5-8AC7-C213C63D0B55}" dt="2024-07-01T09:57:40.013" v="1819" actId="1076"/>
          <ac:picMkLst>
            <pc:docMk/>
            <pc:sldMk cId="1135990565" sldId="276"/>
            <ac:picMk id="4" creationId="{1DDEFB90-96C5-8CD2-91E6-BA9AF193B50E}"/>
          </ac:picMkLst>
        </pc:picChg>
      </pc:sldChg>
      <pc:sldChg chg="addSp delSp modSp add mod">
        <pc:chgData name="Andrea Corvaglia" userId="2cd0f311674f80f6" providerId="LiveId" clId="{5F1B642E-E25B-46D5-8AC7-C213C63D0B55}" dt="2024-07-08T21:01:33.690" v="3019" actId="20577"/>
        <pc:sldMkLst>
          <pc:docMk/>
          <pc:sldMk cId="3553117032" sldId="277"/>
        </pc:sldMkLst>
        <pc:spChg chg="del">
          <ac:chgData name="Andrea Corvaglia" userId="2cd0f311674f80f6" providerId="LiveId" clId="{5F1B642E-E25B-46D5-8AC7-C213C63D0B55}" dt="2024-06-24T14:52:01.406" v="255" actId="478"/>
          <ac:spMkLst>
            <pc:docMk/>
            <pc:sldMk cId="3553117032" sldId="277"/>
            <ac:spMk id="2" creationId="{3C807E28-F99F-B6E3-43F0-873B13B41B6E}"/>
          </ac:spMkLst>
        </pc:spChg>
        <pc:spChg chg="mod">
          <ac:chgData name="Andrea Corvaglia" userId="2cd0f311674f80f6" providerId="LiveId" clId="{5F1B642E-E25B-46D5-8AC7-C213C63D0B55}" dt="2024-07-01T09:59:17.759" v="1883" actId="20577"/>
          <ac:spMkLst>
            <pc:docMk/>
            <pc:sldMk cId="3553117032" sldId="277"/>
            <ac:spMk id="3" creationId="{BD722CEC-4EC5-32E1-87A6-A5CB6E3713B1}"/>
          </ac:spMkLst>
        </pc:spChg>
        <pc:spChg chg="add del mod">
          <ac:chgData name="Andrea Corvaglia" userId="2cd0f311674f80f6" providerId="LiveId" clId="{5F1B642E-E25B-46D5-8AC7-C213C63D0B55}" dt="2024-07-01T09:59:20.971" v="1884" actId="478"/>
          <ac:spMkLst>
            <pc:docMk/>
            <pc:sldMk cId="3553117032" sldId="277"/>
            <ac:spMk id="4" creationId="{41937909-EAE4-426D-5B3D-0564DE81CAEA}"/>
          </ac:spMkLst>
        </pc:spChg>
        <pc:spChg chg="add mod">
          <ac:chgData name="Andrea Corvaglia" userId="2cd0f311674f80f6" providerId="LiveId" clId="{5F1B642E-E25B-46D5-8AC7-C213C63D0B55}" dt="2024-07-08T21:01:33.690" v="3019" actId="20577"/>
          <ac:spMkLst>
            <pc:docMk/>
            <pc:sldMk cId="3553117032" sldId="277"/>
            <ac:spMk id="5" creationId="{5251E6E1-C423-63B2-F6E1-3AA0DCD4D06B}"/>
          </ac:spMkLst>
        </pc:spChg>
        <pc:spChg chg="add mod">
          <ac:chgData name="Andrea Corvaglia" userId="2cd0f311674f80f6" providerId="LiveId" clId="{5F1B642E-E25B-46D5-8AC7-C213C63D0B55}" dt="2024-07-08T21:01:27.254" v="3010" actId="115"/>
          <ac:spMkLst>
            <pc:docMk/>
            <pc:sldMk cId="3553117032" sldId="277"/>
            <ac:spMk id="6" creationId="{B664A97C-D4B4-8FFF-5725-0949C7FE161E}"/>
          </ac:spMkLst>
        </pc:spChg>
        <pc:picChg chg="add mod">
          <ac:chgData name="Andrea Corvaglia" userId="2cd0f311674f80f6" providerId="LiveId" clId="{5F1B642E-E25B-46D5-8AC7-C213C63D0B55}" dt="2024-07-01T09:59:24.235" v="1886" actId="1076"/>
          <ac:picMkLst>
            <pc:docMk/>
            <pc:sldMk cId="3553117032" sldId="277"/>
            <ac:picMk id="2" creationId="{F7A97503-C363-30F9-6CCD-5FB3DDA8DC0A}"/>
          </ac:picMkLst>
        </pc:picChg>
      </pc:sldChg>
      <pc:sldChg chg="addSp delSp modSp add mod">
        <pc:chgData name="Andrea Corvaglia" userId="2cd0f311674f80f6" providerId="LiveId" clId="{5F1B642E-E25B-46D5-8AC7-C213C63D0B55}" dt="2024-07-01T10:03:50.573" v="1920" actId="1076"/>
        <pc:sldMkLst>
          <pc:docMk/>
          <pc:sldMk cId="3754029737" sldId="278"/>
        </pc:sldMkLst>
        <pc:spChg chg="add mod">
          <ac:chgData name="Andrea Corvaglia" userId="2cd0f311674f80f6" providerId="LiveId" clId="{5F1B642E-E25B-46D5-8AC7-C213C63D0B55}" dt="2024-07-01T10:01:40.193" v="1910" actId="1076"/>
          <ac:spMkLst>
            <pc:docMk/>
            <pc:sldMk cId="3754029737" sldId="278"/>
            <ac:spMk id="2" creationId="{65A6C10B-6981-81AD-C85F-B1B73806C6D5}"/>
          </ac:spMkLst>
        </pc:spChg>
        <pc:spChg chg="mod">
          <ac:chgData name="Andrea Corvaglia" userId="2cd0f311674f80f6" providerId="LiveId" clId="{5F1B642E-E25B-46D5-8AC7-C213C63D0B55}" dt="2024-06-24T14:52:54.253" v="264"/>
          <ac:spMkLst>
            <pc:docMk/>
            <pc:sldMk cId="3754029737" sldId="278"/>
            <ac:spMk id="3" creationId="{BD722CEC-4EC5-32E1-87A6-A5CB6E3713B1}"/>
          </ac:spMkLst>
        </pc:spChg>
        <pc:spChg chg="del mod">
          <ac:chgData name="Andrea Corvaglia" userId="2cd0f311674f80f6" providerId="LiveId" clId="{5F1B642E-E25B-46D5-8AC7-C213C63D0B55}" dt="2024-06-24T14:53:13.030" v="267" actId="478"/>
          <ac:spMkLst>
            <pc:docMk/>
            <pc:sldMk cId="3754029737" sldId="278"/>
            <ac:spMk id="4" creationId="{41937909-EAE4-426D-5B3D-0564DE81CAEA}"/>
          </ac:spMkLst>
        </pc:spChg>
        <pc:spChg chg="add mod">
          <ac:chgData name="Andrea Corvaglia" userId="2cd0f311674f80f6" providerId="LiveId" clId="{5F1B642E-E25B-46D5-8AC7-C213C63D0B55}" dt="2024-07-01T10:01:40.193" v="1910" actId="1076"/>
          <ac:spMkLst>
            <pc:docMk/>
            <pc:sldMk cId="3754029737" sldId="278"/>
            <ac:spMk id="5" creationId="{12BA7979-A10C-3122-1D8E-493941F96549}"/>
          </ac:spMkLst>
        </pc:spChg>
        <pc:picChg chg="add mod">
          <ac:chgData name="Andrea Corvaglia" userId="2cd0f311674f80f6" providerId="LiveId" clId="{5F1B642E-E25B-46D5-8AC7-C213C63D0B55}" dt="2024-07-01T10:03:50.573" v="1920" actId="1076"/>
          <ac:picMkLst>
            <pc:docMk/>
            <pc:sldMk cId="3754029737" sldId="278"/>
            <ac:picMk id="6" creationId="{D7835337-B298-FAC8-EE10-6ABCB1FA2134}"/>
          </ac:picMkLst>
        </pc:picChg>
      </pc:sldChg>
      <pc:sldChg chg="addSp delSp modSp add del mod">
        <pc:chgData name="Andrea Corvaglia" userId="2cd0f311674f80f6" providerId="LiveId" clId="{5F1B642E-E25B-46D5-8AC7-C213C63D0B55}" dt="2024-07-01T10:02:10.708" v="1911" actId="47"/>
        <pc:sldMkLst>
          <pc:docMk/>
          <pc:sldMk cId="3007779731" sldId="279"/>
        </pc:sldMkLst>
        <pc:spChg chg="del mod">
          <ac:chgData name="Andrea Corvaglia" userId="2cd0f311674f80f6" providerId="LiveId" clId="{5F1B642E-E25B-46D5-8AC7-C213C63D0B55}" dt="2024-06-24T14:54:01.291" v="275" actId="478"/>
          <ac:spMkLst>
            <pc:docMk/>
            <pc:sldMk cId="3007779731" sldId="279"/>
            <ac:spMk id="2" creationId="{65A6C10B-6981-81AD-C85F-B1B73806C6D5}"/>
          </ac:spMkLst>
        </pc:spChg>
        <pc:spChg chg="mod">
          <ac:chgData name="Andrea Corvaglia" userId="2cd0f311674f80f6" providerId="LiveId" clId="{5F1B642E-E25B-46D5-8AC7-C213C63D0B55}" dt="2024-06-24T14:53:42.257" v="271"/>
          <ac:spMkLst>
            <pc:docMk/>
            <pc:sldMk cId="3007779731" sldId="279"/>
            <ac:spMk id="3" creationId="{BD722CEC-4EC5-32E1-87A6-A5CB6E3713B1}"/>
          </ac:spMkLst>
        </pc:spChg>
        <pc:spChg chg="add mod">
          <ac:chgData name="Andrea Corvaglia" userId="2cd0f311674f80f6" providerId="LiveId" clId="{5F1B642E-E25B-46D5-8AC7-C213C63D0B55}" dt="2024-06-24T14:54:07.701" v="277" actId="1076"/>
          <ac:spMkLst>
            <pc:docMk/>
            <pc:sldMk cId="3007779731" sldId="279"/>
            <ac:spMk id="4" creationId="{A621FFA4-540F-2E7E-6033-8E733FBFED7D}"/>
          </ac:spMkLst>
        </pc:spChg>
      </pc:sldChg>
      <pc:sldChg chg="addSp delSp modSp new mod chgLayout">
        <pc:chgData name="Andrea Corvaglia" userId="2cd0f311674f80f6" providerId="LiveId" clId="{5F1B642E-E25B-46D5-8AC7-C213C63D0B55}" dt="2024-07-08T20:58:44.344" v="2635" actId="20577"/>
        <pc:sldMkLst>
          <pc:docMk/>
          <pc:sldMk cId="4196039307" sldId="280"/>
        </pc:sldMkLst>
        <pc:spChg chg="add mod">
          <ac:chgData name="Andrea Corvaglia" userId="2cd0f311674f80f6" providerId="LiveId" clId="{5F1B642E-E25B-46D5-8AC7-C213C63D0B55}" dt="2024-07-01T08:45:53.370" v="334" actId="14100"/>
          <ac:spMkLst>
            <pc:docMk/>
            <pc:sldMk cId="4196039307" sldId="280"/>
            <ac:spMk id="2" creationId="{BD654B4A-D83D-8C03-A78A-4AFF054EC72D}"/>
          </ac:spMkLst>
        </pc:spChg>
        <pc:spChg chg="add mod">
          <ac:chgData name="Andrea Corvaglia" userId="2cd0f311674f80f6" providerId="LiveId" clId="{5F1B642E-E25B-46D5-8AC7-C213C63D0B55}" dt="2024-07-01T08:46:06.310" v="337" actId="14100"/>
          <ac:spMkLst>
            <pc:docMk/>
            <pc:sldMk cId="4196039307" sldId="280"/>
            <ac:spMk id="3" creationId="{E34D972B-EC16-FB2F-49FB-53577DFB457F}"/>
          </ac:spMkLst>
        </pc:spChg>
        <pc:spChg chg="add del mod">
          <ac:chgData name="Andrea Corvaglia" userId="2cd0f311674f80f6" providerId="LiveId" clId="{5F1B642E-E25B-46D5-8AC7-C213C63D0B55}" dt="2024-07-01T08:48:29.285" v="431" actId="22"/>
          <ac:spMkLst>
            <pc:docMk/>
            <pc:sldMk cId="4196039307" sldId="280"/>
            <ac:spMk id="7" creationId="{A1D28A0D-488F-7733-C41A-A5EB514FE20B}"/>
          </ac:spMkLst>
        </pc:spChg>
        <pc:spChg chg="add mod">
          <ac:chgData name="Andrea Corvaglia" userId="2cd0f311674f80f6" providerId="LiveId" clId="{5F1B642E-E25B-46D5-8AC7-C213C63D0B55}" dt="2024-07-01T08:51:13.279" v="478" actId="1076"/>
          <ac:spMkLst>
            <pc:docMk/>
            <pc:sldMk cId="4196039307" sldId="280"/>
            <ac:spMk id="9" creationId="{DB020611-9200-CF45-AF0A-05D9F3A11BD6}"/>
          </ac:spMkLst>
        </pc:spChg>
        <pc:spChg chg="add mod">
          <ac:chgData name="Andrea Corvaglia" userId="2cd0f311674f80f6" providerId="LiveId" clId="{5F1B642E-E25B-46D5-8AC7-C213C63D0B55}" dt="2024-07-08T20:58:44.344" v="2635" actId="20577"/>
          <ac:spMkLst>
            <pc:docMk/>
            <pc:sldMk cId="4196039307" sldId="280"/>
            <ac:spMk id="11" creationId="{C13D5704-3133-ACDB-1755-2841D187FFE7}"/>
          </ac:spMkLst>
        </pc:spChg>
        <pc:spChg chg="add del mod">
          <ac:chgData name="Andrea Corvaglia" userId="2cd0f311674f80f6" providerId="LiveId" clId="{5F1B642E-E25B-46D5-8AC7-C213C63D0B55}" dt="2024-07-08T20:51:33.723" v="2574" actId="478"/>
          <ac:spMkLst>
            <pc:docMk/>
            <pc:sldMk cId="4196039307" sldId="280"/>
            <ac:spMk id="13" creationId="{6AD9844F-860A-13D6-EB9B-02B37A480304}"/>
          </ac:spMkLst>
        </pc:spChg>
        <pc:picChg chg="add del mod modCrop">
          <ac:chgData name="Andrea Corvaglia" userId="2cd0f311674f80f6" providerId="LiveId" clId="{5F1B642E-E25B-46D5-8AC7-C213C63D0B55}" dt="2024-07-01T09:55:29.639" v="1805" actId="21"/>
          <ac:picMkLst>
            <pc:docMk/>
            <pc:sldMk cId="4196039307" sldId="280"/>
            <ac:picMk id="5" creationId="{D7835337-B298-FAC8-EE10-6ABCB1FA2134}"/>
          </ac:picMkLst>
        </pc:picChg>
        <pc:picChg chg="add mod">
          <ac:chgData name="Andrea Corvaglia" userId="2cd0f311674f80f6" providerId="LiveId" clId="{5F1B642E-E25B-46D5-8AC7-C213C63D0B55}" dt="2024-07-01T10:04:30.870" v="1924" actId="1076"/>
          <ac:picMkLst>
            <pc:docMk/>
            <pc:sldMk cId="4196039307" sldId="280"/>
            <ac:picMk id="14" creationId="{CBEF03AF-E461-A3FD-AEDF-E5AAA1619B97}"/>
          </ac:picMkLst>
        </pc:picChg>
      </pc:sldChg>
      <pc:sldChg chg="addSp modSp add mod">
        <pc:chgData name="Andrea Corvaglia" userId="2cd0f311674f80f6" providerId="LiveId" clId="{5F1B642E-E25B-46D5-8AC7-C213C63D0B55}" dt="2024-07-01T09:15:05.150" v="1101" actId="20577"/>
        <pc:sldMkLst>
          <pc:docMk/>
          <pc:sldMk cId="2549819503" sldId="281"/>
        </pc:sldMkLst>
        <pc:spChg chg="add mod">
          <ac:chgData name="Andrea Corvaglia" userId="2cd0f311674f80f6" providerId="LiveId" clId="{5F1B642E-E25B-46D5-8AC7-C213C63D0B55}" dt="2024-07-01T09:15:05.150" v="1101" actId="20577"/>
          <ac:spMkLst>
            <pc:docMk/>
            <pc:sldMk cId="2549819503" sldId="281"/>
            <ac:spMk id="5" creationId="{0FA0B1D4-9809-6FDE-52E7-2C1CCB19C7B2}"/>
          </ac:spMkLst>
        </pc:spChg>
      </pc:sldChg>
      <pc:sldChg chg="addSp delSp modSp add mod setBg">
        <pc:chgData name="Andrea Corvaglia" userId="2cd0f311674f80f6" providerId="LiveId" clId="{5F1B642E-E25B-46D5-8AC7-C213C63D0B55}" dt="2024-07-01T09:39:59.817" v="1798" actId="14100"/>
        <pc:sldMkLst>
          <pc:docMk/>
          <pc:sldMk cId="1428064066" sldId="282"/>
        </pc:sldMkLst>
        <pc:spChg chg="mod">
          <ac:chgData name="Andrea Corvaglia" userId="2cd0f311674f80f6" providerId="LiveId" clId="{5F1B642E-E25B-46D5-8AC7-C213C63D0B55}" dt="2024-07-01T09:37:24.444" v="1738" actId="20577"/>
          <ac:spMkLst>
            <pc:docMk/>
            <pc:sldMk cId="1428064066" sldId="282"/>
            <ac:spMk id="3" creationId="{BD722CEC-4EC5-32E1-87A6-A5CB6E3713B1}"/>
          </ac:spMkLst>
        </pc:spChg>
        <pc:spChg chg="del">
          <ac:chgData name="Andrea Corvaglia" userId="2cd0f311674f80f6" providerId="LiveId" clId="{5F1B642E-E25B-46D5-8AC7-C213C63D0B55}" dt="2024-07-01T09:19:23.312" v="1104" actId="478"/>
          <ac:spMkLst>
            <pc:docMk/>
            <pc:sldMk cId="1428064066" sldId="282"/>
            <ac:spMk id="5" creationId="{0FA0B1D4-9809-6FDE-52E7-2C1CCB19C7B2}"/>
          </ac:spMkLst>
        </pc:spChg>
        <pc:spChg chg="del">
          <ac:chgData name="Andrea Corvaglia" userId="2cd0f311674f80f6" providerId="LiveId" clId="{5F1B642E-E25B-46D5-8AC7-C213C63D0B55}" dt="2024-07-01T09:19:23.312" v="1104" actId="478"/>
          <ac:spMkLst>
            <pc:docMk/>
            <pc:sldMk cId="1428064066" sldId="282"/>
            <ac:spMk id="6" creationId="{E7D749C8-6C0E-0BD4-D3C2-ED319F08E4EB}"/>
          </ac:spMkLst>
        </pc:spChg>
        <pc:spChg chg="del">
          <ac:chgData name="Andrea Corvaglia" userId="2cd0f311674f80f6" providerId="LiveId" clId="{5F1B642E-E25B-46D5-8AC7-C213C63D0B55}" dt="2024-07-01T09:19:23.312" v="1104" actId="478"/>
          <ac:spMkLst>
            <pc:docMk/>
            <pc:sldMk cId="1428064066" sldId="282"/>
            <ac:spMk id="7" creationId="{A3D48366-4388-39DA-5D7A-1C057D24FCF6}"/>
          </ac:spMkLst>
        </pc:spChg>
        <pc:spChg chg="add mod">
          <ac:chgData name="Andrea Corvaglia" userId="2cd0f311674f80f6" providerId="LiveId" clId="{5F1B642E-E25B-46D5-8AC7-C213C63D0B55}" dt="2024-07-01T09:29:10.349" v="1267" actId="1076"/>
          <ac:spMkLst>
            <pc:docMk/>
            <pc:sldMk cId="1428064066" sldId="282"/>
            <ac:spMk id="10" creationId="{BBFBC6FC-CADF-F405-10AE-FF24A9310D13}"/>
          </ac:spMkLst>
        </pc:spChg>
        <pc:spChg chg="add mod">
          <ac:chgData name="Andrea Corvaglia" userId="2cd0f311674f80f6" providerId="LiveId" clId="{5F1B642E-E25B-46D5-8AC7-C213C63D0B55}" dt="2024-07-01T09:29:10.349" v="1267" actId="1076"/>
          <ac:spMkLst>
            <pc:docMk/>
            <pc:sldMk cId="1428064066" sldId="282"/>
            <ac:spMk id="11" creationId="{8C0E0736-1C22-7848-D6AC-8F2BC2FB20EA}"/>
          </ac:spMkLst>
        </pc:spChg>
        <pc:spChg chg="add del">
          <ac:chgData name="Andrea Corvaglia" userId="2cd0f311674f80f6" providerId="LiveId" clId="{5F1B642E-E25B-46D5-8AC7-C213C63D0B55}" dt="2024-07-01T09:20:30.435" v="1133" actId="478"/>
          <ac:spMkLst>
            <pc:docMk/>
            <pc:sldMk cId="1428064066" sldId="282"/>
            <ac:spMk id="12" creationId="{F42729D5-4BBB-6338-7FCF-5ACDC393E2D3}"/>
          </ac:spMkLst>
        </pc:spChg>
        <pc:spChg chg="add del mod">
          <ac:chgData name="Andrea Corvaglia" userId="2cd0f311674f80f6" providerId="LiveId" clId="{5F1B642E-E25B-46D5-8AC7-C213C63D0B55}" dt="2024-07-01T09:39:59.817" v="1798" actId="14100"/>
          <ac:spMkLst>
            <pc:docMk/>
            <pc:sldMk cId="1428064066" sldId="282"/>
            <ac:spMk id="13" creationId="{6985E215-9FA4-FFE4-1999-BE51CFD6D6CA}"/>
          </ac:spMkLst>
        </pc:spChg>
        <pc:spChg chg="add mod">
          <ac:chgData name="Andrea Corvaglia" userId="2cd0f311674f80f6" providerId="LiveId" clId="{5F1B642E-E25B-46D5-8AC7-C213C63D0B55}" dt="2024-07-01T09:29:10.349" v="1267" actId="1076"/>
          <ac:spMkLst>
            <pc:docMk/>
            <pc:sldMk cId="1428064066" sldId="282"/>
            <ac:spMk id="14" creationId="{D05EE49B-7F62-7B94-E685-0911E6B18F6A}"/>
          </ac:spMkLst>
        </pc:spChg>
        <pc:spChg chg="add mod">
          <ac:chgData name="Andrea Corvaglia" userId="2cd0f311674f80f6" providerId="LiveId" clId="{5F1B642E-E25B-46D5-8AC7-C213C63D0B55}" dt="2024-07-01T09:39:54.221" v="1797" actId="14100"/>
          <ac:spMkLst>
            <pc:docMk/>
            <pc:sldMk cId="1428064066" sldId="282"/>
            <ac:spMk id="17" creationId="{61E71320-132A-A66B-7852-8911DC7F2DC2}"/>
          </ac:spMkLst>
        </pc:spChg>
        <pc:spChg chg="add del mod">
          <ac:chgData name="Andrea Corvaglia" userId="2cd0f311674f80f6" providerId="LiveId" clId="{5F1B642E-E25B-46D5-8AC7-C213C63D0B55}" dt="2024-07-01T09:28:42.704" v="1250" actId="21"/>
          <ac:spMkLst>
            <pc:docMk/>
            <pc:sldMk cId="1428064066" sldId="282"/>
            <ac:spMk id="20" creationId="{8D38C7B5-4122-3F95-7670-D55A3D927341}"/>
          </ac:spMkLst>
        </pc:spChg>
        <pc:spChg chg="add del mod">
          <ac:chgData name="Andrea Corvaglia" userId="2cd0f311674f80f6" providerId="LiveId" clId="{5F1B642E-E25B-46D5-8AC7-C213C63D0B55}" dt="2024-07-01T09:28:42.704" v="1250" actId="21"/>
          <ac:spMkLst>
            <pc:docMk/>
            <pc:sldMk cId="1428064066" sldId="282"/>
            <ac:spMk id="23" creationId="{535DB377-114F-27CE-ED89-D02B34540AC1}"/>
          </ac:spMkLst>
        </pc:spChg>
        <pc:spChg chg="add mod">
          <ac:chgData name="Andrea Corvaglia" userId="2cd0f311674f80f6" providerId="LiveId" clId="{5F1B642E-E25B-46D5-8AC7-C213C63D0B55}" dt="2024-07-01T09:39:34.532" v="1796" actId="1076"/>
          <ac:spMkLst>
            <pc:docMk/>
            <pc:sldMk cId="1428064066" sldId="282"/>
            <ac:spMk id="25" creationId="{EB445449-D6BA-4373-2543-5EE5C26D724B}"/>
          </ac:spMkLst>
        </pc:spChg>
        <pc:picChg chg="del">
          <ac:chgData name="Andrea Corvaglia" userId="2cd0f311674f80f6" providerId="LiveId" clId="{5F1B642E-E25B-46D5-8AC7-C213C63D0B55}" dt="2024-07-01T09:19:23.312" v="1104" actId="478"/>
          <ac:picMkLst>
            <pc:docMk/>
            <pc:sldMk cId="1428064066" sldId="282"/>
            <ac:picMk id="2" creationId="{BB8BFBD4-F014-DF73-0D99-CFBD8AFB21BF}"/>
          </ac:picMkLst>
        </pc:picChg>
        <pc:picChg chg="del">
          <ac:chgData name="Andrea Corvaglia" userId="2cd0f311674f80f6" providerId="LiveId" clId="{5F1B642E-E25B-46D5-8AC7-C213C63D0B55}" dt="2024-07-01T09:19:23.312" v="1104" actId="478"/>
          <ac:picMkLst>
            <pc:docMk/>
            <pc:sldMk cId="1428064066" sldId="282"/>
            <ac:picMk id="4" creationId="{2CF7431A-EE19-B86E-1D09-338118C35E19}"/>
          </ac:picMkLst>
        </pc:picChg>
        <pc:picChg chg="add mod">
          <ac:chgData name="Andrea Corvaglia" userId="2cd0f311674f80f6" providerId="LiveId" clId="{5F1B642E-E25B-46D5-8AC7-C213C63D0B55}" dt="2024-07-01T09:29:10.349" v="1267" actId="1076"/>
          <ac:picMkLst>
            <pc:docMk/>
            <pc:sldMk cId="1428064066" sldId="282"/>
            <ac:picMk id="9" creationId="{7805C4DC-D433-9A8A-8FF9-629A1F382FF6}"/>
          </ac:picMkLst>
        </pc:picChg>
        <pc:picChg chg="add mod">
          <ac:chgData name="Andrea Corvaglia" userId="2cd0f311674f80f6" providerId="LiveId" clId="{5F1B642E-E25B-46D5-8AC7-C213C63D0B55}" dt="2024-07-01T09:29:14.062" v="1268" actId="14100"/>
          <ac:picMkLst>
            <pc:docMk/>
            <pc:sldMk cId="1428064066" sldId="282"/>
            <ac:picMk id="16" creationId="{207EF6CD-E50A-D7C2-6E69-178BDD5C7385}"/>
          </ac:picMkLst>
        </pc:picChg>
        <pc:picChg chg="add del mod">
          <ac:chgData name="Andrea Corvaglia" userId="2cd0f311674f80f6" providerId="LiveId" clId="{5F1B642E-E25B-46D5-8AC7-C213C63D0B55}" dt="2024-07-01T09:28:42.704" v="1250" actId="21"/>
          <ac:picMkLst>
            <pc:docMk/>
            <pc:sldMk cId="1428064066" sldId="282"/>
            <ac:picMk id="19" creationId="{7CCDD9A2-BF0E-868C-D642-714A11F5212D}"/>
          </ac:picMkLst>
        </pc:picChg>
        <pc:picChg chg="add del mod">
          <ac:chgData name="Andrea Corvaglia" userId="2cd0f311674f80f6" providerId="LiveId" clId="{5F1B642E-E25B-46D5-8AC7-C213C63D0B55}" dt="2024-07-01T09:28:42.704" v="1250" actId="21"/>
          <ac:picMkLst>
            <pc:docMk/>
            <pc:sldMk cId="1428064066" sldId="282"/>
            <ac:picMk id="22" creationId="{EED92911-B0DD-C623-CC8E-F0464A44500C}"/>
          </ac:picMkLst>
        </pc:picChg>
      </pc:sldChg>
      <pc:sldChg chg="addSp delSp modSp add mod">
        <pc:chgData name="Andrea Corvaglia" userId="2cd0f311674f80f6" providerId="LiveId" clId="{5F1B642E-E25B-46D5-8AC7-C213C63D0B55}" dt="2024-07-01T09:37:40.858" v="1784" actId="20577"/>
        <pc:sldMkLst>
          <pc:docMk/>
          <pc:sldMk cId="3505738892" sldId="283"/>
        </pc:sldMkLst>
        <pc:spChg chg="mod">
          <ac:chgData name="Andrea Corvaglia" userId="2cd0f311674f80f6" providerId="LiveId" clId="{5F1B642E-E25B-46D5-8AC7-C213C63D0B55}" dt="2024-07-01T09:37:40.858" v="1784" actId="20577"/>
          <ac:spMkLst>
            <pc:docMk/>
            <pc:sldMk cId="3505738892" sldId="283"/>
            <ac:spMk id="3" creationId="{BD722CEC-4EC5-32E1-87A6-A5CB6E3713B1}"/>
          </ac:spMkLst>
        </pc:spChg>
        <pc:spChg chg="add mod">
          <ac:chgData name="Andrea Corvaglia" userId="2cd0f311674f80f6" providerId="LiveId" clId="{5F1B642E-E25B-46D5-8AC7-C213C63D0B55}" dt="2024-07-01T09:36:08.737" v="1646" actId="1076"/>
          <ac:spMkLst>
            <pc:docMk/>
            <pc:sldMk cId="3505738892" sldId="283"/>
            <ac:spMk id="8" creationId="{088E3917-9FF1-4B95-CCDF-52B27EE76EC0}"/>
          </ac:spMkLst>
        </pc:spChg>
        <pc:spChg chg="del">
          <ac:chgData name="Andrea Corvaglia" userId="2cd0f311674f80f6" providerId="LiveId" clId="{5F1B642E-E25B-46D5-8AC7-C213C63D0B55}" dt="2024-07-01T09:28:59.596" v="1266" actId="478"/>
          <ac:spMkLst>
            <pc:docMk/>
            <pc:sldMk cId="3505738892" sldId="283"/>
            <ac:spMk id="10" creationId="{BBFBC6FC-CADF-F405-10AE-FF24A9310D13}"/>
          </ac:spMkLst>
        </pc:spChg>
        <pc:spChg chg="del">
          <ac:chgData name="Andrea Corvaglia" userId="2cd0f311674f80f6" providerId="LiveId" clId="{5F1B642E-E25B-46D5-8AC7-C213C63D0B55}" dt="2024-07-01T09:28:59.596" v="1266" actId="478"/>
          <ac:spMkLst>
            <pc:docMk/>
            <pc:sldMk cId="3505738892" sldId="283"/>
            <ac:spMk id="11" creationId="{8C0E0736-1C22-7848-D6AC-8F2BC2FB20EA}"/>
          </ac:spMkLst>
        </pc:spChg>
        <pc:spChg chg="del">
          <ac:chgData name="Andrea Corvaglia" userId="2cd0f311674f80f6" providerId="LiveId" clId="{5F1B642E-E25B-46D5-8AC7-C213C63D0B55}" dt="2024-07-01T09:28:59.596" v="1266" actId="478"/>
          <ac:spMkLst>
            <pc:docMk/>
            <pc:sldMk cId="3505738892" sldId="283"/>
            <ac:spMk id="13" creationId="{6985E215-9FA4-FFE4-1999-BE51CFD6D6CA}"/>
          </ac:spMkLst>
        </pc:spChg>
        <pc:spChg chg="del">
          <ac:chgData name="Andrea Corvaglia" userId="2cd0f311674f80f6" providerId="LiveId" clId="{5F1B642E-E25B-46D5-8AC7-C213C63D0B55}" dt="2024-07-01T09:28:59.596" v="1266" actId="478"/>
          <ac:spMkLst>
            <pc:docMk/>
            <pc:sldMk cId="3505738892" sldId="283"/>
            <ac:spMk id="14" creationId="{D05EE49B-7F62-7B94-E685-0911E6B18F6A}"/>
          </ac:spMkLst>
        </pc:spChg>
        <pc:spChg chg="del">
          <ac:chgData name="Andrea Corvaglia" userId="2cd0f311674f80f6" providerId="LiveId" clId="{5F1B642E-E25B-46D5-8AC7-C213C63D0B55}" dt="2024-07-01T09:28:59.596" v="1266" actId="478"/>
          <ac:spMkLst>
            <pc:docMk/>
            <pc:sldMk cId="3505738892" sldId="283"/>
            <ac:spMk id="17" creationId="{61E71320-132A-A66B-7852-8911DC7F2DC2}"/>
          </ac:spMkLst>
        </pc:spChg>
        <pc:spChg chg="add mod">
          <ac:chgData name="Andrea Corvaglia" userId="2cd0f311674f80f6" providerId="LiveId" clId="{5F1B642E-E25B-46D5-8AC7-C213C63D0B55}" dt="2024-07-01T09:36:08.737" v="1646" actId="1076"/>
          <ac:spMkLst>
            <pc:docMk/>
            <pc:sldMk cId="3505738892" sldId="283"/>
            <ac:spMk id="19" creationId="{407F1DC5-D723-6E9A-2BA8-C75520372E5C}"/>
          </ac:spMkLst>
        </pc:spChg>
        <pc:spChg chg="add mod">
          <ac:chgData name="Andrea Corvaglia" userId="2cd0f311674f80f6" providerId="LiveId" clId="{5F1B642E-E25B-46D5-8AC7-C213C63D0B55}" dt="2024-07-01T09:36:26.047" v="1651" actId="1076"/>
          <ac:spMkLst>
            <pc:docMk/>
            <pc:sldMk cId="3505738892" sldId="283"/>
            <ac:spMk id="20" creationId="{56A6BF21-5649-47D9-F9C2-AEFB5754846C}"/>
          </ac:spMkLst>
        </pc:spChg>
        <pc:picChg chg="add mod modCrop">
          <ac:chgData name="Andrea Corvaglia" userId="2cd0f311674f80f6" providerId="LiveId" clId="{5F1B642E-E25B-46D5-8AC7-C213C63D0B55}" dt="2024-07-01T09:35:54.015" v="1643" actId="1076"/>
          <ac:picMkLst>
            <pc:docMk/>
            <pc:sldMk cId="3505738892" sldId="283"/>
            <ac:picMk id="2" creationId="{DB601F7A-1AD2-D85D-9CB8-374D800ECA49}"/>
          </ac:picMkLst>
        </pc:picChg>
        <pc:picChg chg="add mod modCrop">
          <ac:chgData name="Andrea Corvaglia" userId="2cd0f311674f80f6" providerId="LiveId" clId="{5F1B642E-E25B-46D5-8AC7-C213C63D0B55}" dt="2024-07-01T09:36:08.737" v="1646" actId="1076"/>
          <ac:picMkLst>
            <pc:docMk/>
            <pc:sldMk cId="3505738892" sldId="283"/>
            <ac:picMk id="4" creationId="{4174F6EB-1A07-1A2B-D96C-545DBD80F43C}"/>
          </ac:picMkLst>
        </pc:picChg>
        <pc:picChg chg="add del mod">
          <ac:chgData name="Andrea Corvaglia" userId="2cd0f311674f80f6" providerId="LiveId" clId="{5F1B642E-E25B-46D5-8AC7-C213C63D0B55}" dt="2024-07-01T09:30:34.969" v="1284" actId="478"/>
          <ac:picMkLst>
            <pc:docMk/>
            <pc:sldMk cId="3505738892" sldId="283"/>
            <ac:picMk id="5" creationId="{A37C39D9-12EB-0C6C-5C79-00B0E46BB6E2}"/>
          </ac:picMkLst>
        </pc:picChg>
        <pc:picChg chg="add del mod">
          <ac:chgData name="Andrea Corvaglia" userId="2cd0f311674f80f6" providerId="LiveId" clId="{5F1B642E-E25B-46D5-8AC7-C213C63D0B55}" dt="2024-07-01T09:31:18.230" v="1289" actId="478"/>
          <ac:picMkLst>
            <pc:docMk/>
            <pc:sldMk cId="3505738892" sldId="283"/>
            <ac:picMk id="7" creationId="{EC35EFB2-72FA-1EBB-DDDF-F5CB0401F3BE}"/>
          </ac:picMkLst>
        </pc:picChg>
        <pc:picChg chg="del">
          <ac:chgData name="Andrea Corvaglia" userId="2cd0f311674f80f6" providerId="LiveId" clId="{5F1B642E-E25B-46D5-8AC7-C213C63D0B55}" dt="2024-07-01T09:28:59.596" v="1266" actId="478"/>
          <ac:picMkLst>
            <pc:docMk/>
            <pc:sldMk cId="3505738892" sldId="283"/>
            <ac:picMk id="9" creationId="{7805C4DC-D433-9A8A-8FF9-629A1F382FF6}"/>
          </ac:picMkLst>
        </pc:picChg>
        <pc:picChg chg="add del mod">
          <ac:chgData name="Andrea Corvaglia" userId="2cd0f311674f80f6" providerId="LiveId" clId="{5F1B642E-E25B-46D5-8AC7-C213C63D0B55}" dt="2024-07-01T09:33:25.697" v="1348" actId="478"/>
          <ac:picMkLst>
            <pc:docMk/>
            <pc:sldMk cId="3505738892" sldId="283"/>
            <ac:picMk id="12" creationId="{EE49BD5F-26D6-BED1-4C12-04C20BF5ACFC}"/>
          </ac:picMkLst>
        </pc:picChg>
        <pc:picChg chg="del mod">
          <ac:chgData name="Andrea Corvaglia" userId="2cd0f311674f80f6" providerId="LiveId" clId="{5F1B642E-E25B-46D5-8AC7-C213C63D0B55}" dt="2024-07-01T09:35:36.699" v="1640" actId="478"/>
          <ac:picMkLst>
            <pc:docMk/>
            <pc:sldMk cId="3505738892" sldId="283"/>
            <ac:picMk id="16" creationId="{207EF6CD-E50A-D7C2-6E69-178BDD5C7385}"/>
          </ac:picMkLst>
        </pc:picChg>
        <pc:picChg chg="add mod">
          <ac:chgData name="Andrea Corvaglia" userId="2cd0f311674f80f6" providerId="LiveId" clId="{5F1B642E-E25B-46D5-8AC7-C213C63D0B55}" dt="2024-07-01T09:35:36.867" v="1641"/>
          <ac:picMkLst>
            <pc:docMk/>
            <pc:sldMk cId="3505738892" sldId="283"/>
            <ac:picMk id="21" creationId="{996CCA90-B900-B7A1-8CEA-34594B7207C4}"/>
          </ac:picMkLst>
        </pc:picChg>
        <pc:picChg chg="add mod">
          <ac:chgData name="Andrea Corvaglia" userId="2cd0f311674f80f6" providerId="LiveId" clId="{5F1B642E-E25B-46D5-8AC7-C213C63D0B55}" dt="2024-07-01T09:36:08.737" v="1646" actId="1076"/>
          <ac:picMkLst>
            <pc:docMk/>
            <pc:sldMk cId="3505738892" sldId="283"/>
            <ac:picMk id="2050" creationId="{BA0D016C-55D2-62DB-4668-BD44FFC95AC5}"/>
          </ac:picMkLst>
        </pc:picChg>
        <pc:cxnChg chg="add mod">
          <ac:chgData name="Andrea Corvaglia" userId="2cd0f311674f80f6" providerId="LiveId" clId="{5F1B642E-E25B-46D5-8AC7-C213C63D0B55}" dt="2024-07-01T09:36:08.737" v="1646" actId="1076"/>
          <ac:cxnSpMkLst>
            <pc:docMk/>
            <pc:sldMk cId="3505738892" sldId="283"/>
            <ac:cxnSpMk id="18" creationId="{344CF3DF-BEFE-8B69-0514-955BE78B3F34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E20D6645-5278-6CCA-6690-3F9DC37A1A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F745A6D-A636-1206-EF24-EF19507B23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9FFCA-9520-4AE8-9003-3CDBD32AD1F7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1E56C97-25AF-7D09-0034-2BD9AC15E0A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E86A227-0930-4D9F-CB94-28D812FF86A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F87A0-7828-4269-8341-9454712A2AC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514802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 descr="Immagine che contiene testo&#10;&#10;Descrizione generata automaticamente">
            <a:extLst>
              <a:ext uri="{FF2B5EF4-FFF2-40B4-BE49-F238E27FC236}">
                <a16:creationId xmlns:a16="http://schemas.microsoft.com/office/drawing/2014/main" id="{578AA91A-73FD-EB7E-72E2-50689112A9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471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7CACEA95-C9ED-FF5A-FD6D-F622E228A8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r="539" b="13613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763254F8-7CB6-731E-7C35-AE742138A1FF}"/>
              </a:ext>
            </a:extLst>
          </p:cNvPr>
          <p:cNvSpPr/>
          <p:nvPr userDrawn="1"/>
        </p:nvSpPr>
        <p:spPr>
          <a:xfrm>
            <a:off x="1009651" y="1643062"/>
            <a:ext cx="6772274" cy="3876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EF273085-2B7A-8BE3-4BA0-FD5B42835D9C}"/>
              </a:ext>
            </a:extLst>
          </p:cNvPr>
          <p:cNvSpPr/>
          <p:nvPr userDrawn="1"/>
        </p:nvSpPr>
        <p:spPr>
          <a:xfrm>
            <a:off x="1181101" y="1490662"/>
            <a:ext cx="6772274" cy="3876675"/>
          </a:xfrm>
          <a:prstGeom prst="rect">
            <a:avLst/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609EBEF7-0E8A-5937-A3C1-4B8DFD3E39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-542925"/>
            <a:ext cx="2734769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4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72EB754-DA8F-066B-7509-4FB0063856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5" r="539" b="13613"/>
          <a:stretch/>
        </p:blipFill>
        <p:spPr>
          <a:xfrm flipH="1">
            <a:off x="-1" y="-1"/>
            <a:ext cx="12192000" cy="685800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57F5EFD-4F86-A020-66EB-FB05367E0E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579" y="-94890"/>
            <a:ext cx="4470117" cy="446832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C606087-189D-BA23-9783-4CFDADE290CE}"/>
              </a:ext>
            </a:extLst>
          </p:cNvPr>
          <p:cNvSpPr txBox="1"/>
          <p:nvPr userDrawn="1"/>
        </p:nvSpPr>
        <p:spPr>
          <a:xfrm>
            <a:off x="5033513" y="3264837"/>
            <a:ext cx="2124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i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Grazie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3B2DC7D-FFE9-582B-3C4A-382FBEB95FC2}"/>
              </a:ext>
            </a:extLst>
          </p:cNvPr>
          <p:cNvSpPr txBox="1"/>
          <p:nvPr userDrawn="1"/>
        </p:nvSpPr>
        <p:spPr>
          <a:xfrm>
            <a:off x="100939" y="6338811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www.ikn.it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46457F3-6F7E-39EE-7B4F-CDEE6CC8F635}"/>
              </a:ext>
            </a:extLst>
          </p:cNvPr>
          <p:cNvSpPr txBox="1"/>
          <p:nvPr userDrawn="1"/>
        </p:nvSpPr>
        <p:spPr>
          <a:xfrm>
            <a:off x="10833986" y="6290564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@iKN </a:t>
            </a:r>
            <a:r>
              <a:rPr lang="it-IT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Italy</a:t>
            </a:r>
            <a:endParaRPr lang="it-IT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3D300300-1264-307A-EDAC-6394B4BCEA65}"/>
              </a:ext>
            </a:extLst>
          </p:cNvPr>
          <p:cNvSpPr/>
          <p:nvPr userDrawn="1"/>
        </p:nvSpPr>
        <p:spPr>
          <a:xfrm>
            <a:off x="10319751" y="6242316"/>
            <a:ext cx="465827" cy="465827"/>
          </a:xfrm>
          <a:prstGeom prst="roundRect">
            <a:avLst/>
          </a:prstGeom>
          <a:solidFill>
            <a:srgbClr val="000000">
              <a:alpha val="4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 descr="Immagine che contiene testo, silhouette, grafica vettoriale, clipart&#10;&#10;Descrizione generata automaticamente">
            <a:extLst>
              <a:ext uri="{FF2B5EF4-FFF2-40B4-BE49-F238E27FC236}">
                <a16:creationId xmlns:a16="http://schemas.microsoft.com/office/drawing/2014/main" id="{E091475D-E198-B72B-6E8C-DB38AAC256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105" y="6279628"/>
            <a:ext cx="355121" cy="3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802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9DEDEA0-EC27-68C4-E0DF-253CDFCF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ECFA6F-2542-468F-CFC9-905E307BAF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7E86FF-A51F-0B1B-A2C5-EB248966A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BC7B65C-D71A-D862-EB3A-45C07F86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CB994AF-DB97-61E4-2CF7-59EFD5A32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62BDF8-B2CE-3D7F-A034-65D788A5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0887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C1922A-B41B-02A5-8FAA-1500E77C1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4AAEF8-2E0F-43BD-7424-8CFD2751C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416FB50-2887-B06A-D8B1-FE271CA71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A8AE9E0-380A-46BE-FB0A-B57F7E69C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5C628A8-A886-B280-50B3-3CEA439E49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1EEF482-501D-4623-E9F0-7F421DBEA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7655562-227D-164B-89EC-6947891F5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8485B4D-ACDE-A094-E919-5A285F3A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0750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0F34C3-CA2D-4ABE-B69B-A256A8DE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ECD1762-BE79-81B6-9E19-36267C7ED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5ADF9BD-8F56-8DBD-6999-19EFC09CE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1D91912-F444-691F-6BD2-D1EBFA510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5570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EE78A7B-F61E-8AE9-36A1-8441136C9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BD61FF2-D694-7341-A38D-F1DFA5AA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6DAB866-68FC-8209-C510-4EBC85EB7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753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76AB11-A65A-8E3C-095B-50E9EC63D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D2BB72B-BCCF-4626-8070-F658EEE55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3199659-6BF8-D2D5-F140-6B5082531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E73A2DE-C435-C5F5-9D6D-64B81524C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4BB3278-A89A-9228-E659-099E6065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6BDD1D92-1C7D-6C09-84EF-974C09F18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7362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C2805F-14FE-67E0-5642-C54D09D09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D653A34-1E9F-F18B-2B34-8A831CE34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D8601A0-C3AA-3071-5CC2-E9812FC65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311CC93-8B0F-6E5E-13B9-41EC1D168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1CEEEE-657C-FA25-7D72-BF9D9C3B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DA02E15-BE49-BEFC-E70B-F6108C0B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97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C0B3E8-2F74-B124-36E2-5AFEEC83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CD03CF7-E8EC-A6D9-E7F2-0D87B4B7C7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3DD205-D8AA-3939-8E0E-F85933315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62FD6A0-935B-CDFF-26B0-F1B04B89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19602DB-69F4-97F0-D07E-EA370A442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6196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9300F2B-70E7-9150-FD03-5A4615AFD4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78EB15F-ACBC-61D5-338E-E8695846D8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694C23-11E8-894A-76B1-6DB61F5AA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6D2EF5-4859-BBA1-4B0A-2A509C4EA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19638D-7810-F1EE-87DD-A8529C7A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5723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54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4887172-F901-2B03-7658-8CD504697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E62786E-4962-473A-7F20-810FB32B27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351459-77DD-967B-622B-61222812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F07B1A-47B5-F77E-BAD1-7EAE1C8FF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FD1F39-A1A0-45CE-6168-420459E3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1349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CD6F3E-942F-3DB4-0C66-7BE0BE6C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4CC0FDF-96FC-A7D1-5442-9D8BBEEB1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F2FAAC-CD56-4D38-1B97-1B52FAE08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E89904-4FCF-C1A0-BD17-A2CB314F6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2DF2EC6-717D-11B0-B56A-D44B3B9FC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9900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CC5AEC-DD7B-DED3-F44D-49F6ACAE7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6498FA-B45E-6F70-19A5-D8BFBA019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4EB9E9-FB2D-C8C1-6D4D-213638AD5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C63C8DA-C917-B909-B85C-19859D38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AE2DCF4-6492-E9C4-EACA-22D454D4C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2668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527AAAA-3375-3386-F0A7-AFBB7658B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6C8E28-13CB-D761-0093-6921570F4D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235D987-4945-2B8E-4C89-6C0D13393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5A3B09B-AE27-86DB-3E0E-0B27B3881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324CE0D-3631-C445-0B9F-F1D5BA48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2D53B01-51F1-A097-8619-6DC99A63E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2954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3696A-8A5D-EA2D-C247-D8D3DF396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5348E3-2EEE-74AB-9497-A8AC04E19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97068D7-427A-E453-2097-7226DACAF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A630F2C-E9A7-3352-E071-D0BDB82852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B79293D-D7E4-3706-8CD6-A4E9E1892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346C68E-1316-8F7C-981C-47873991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F1F11E6-59F3-61EA-5FEE-6BCA915E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051713AD-ED88-C23E-FC45-FBEA4239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47177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635385-F2BC-41E6-3D56-D4B2373C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68C088C-68A7-838D-DFAF-DF5A47CDB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63E6244-775D-0AC0-B323-F7C15FB6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D3BA853-1EE9-B5FA-E3A6-651D39E0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8903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0012071-BC36-E9E8-F215-7ACE26DEA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21853A3-68BB-34BA-4E1F-2CC48338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8705B8-E8DC-82F2-CC57-6883D542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72321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B7344F-9D5E-2704-BFDB-B60716BE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00142E-4A2D-2EB0-1121-22F1E6AE3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226A41-9563-EA1E-BB04-E217D5208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E4B283F-B340-AB16-F9F5-4BF98AD4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020A046-EE2E-2037-2246-D123D743D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7EF1CAC-FC82-592D-492B-4494DD0A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13526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084EB5-5898-ECDA-2862-06BDFB294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D4A729C-F7FE-10E5-8587-54F27408E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E6DFFBC-1E3C-4978-BE7B-9ECC51D3E1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9806538-72E8-0804-A967-A59F25843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3FE2C93-1517-3A5E-B042-1DE7AB5DE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F86E4D-0DC1-13D4-0B4A-DD7C0DE6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63250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A7C874-1ADF-8C08-37F9-4A5F593A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C674C34-D5F1-9A07-F0C1-71FE56B3E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08EB8C-0871-018A-BB88-338A37FAC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1C6549F-6B59-B047-735B-99E7FF440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408E06-CB22-2110-32AF-EDCF6C28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19133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F372DEC-AD10-E044-EC1C-5FCFFDE8A3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E3BBD9-6C53-C013-C801-EE0DF0487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76223E-DFC6-AE2D-C40E-C7873FBBB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1D9353-EB8C-5D26-7AB2-196D5751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3BA5D8D-CB2D-E4AB-81E3-21546F0A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5873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4A5F750-5EFA-7BBD-BF4F-5BA348FE2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BCC3A5-93CC-7BF6-A512-C524808B0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849335-A1A1-29AC-21F0-8AE4B5D4E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0B5E-EF14-49BC-9938-66AC511EF31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A94F30-A720-6709-21FD-5BEA44BC2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2E2E1F-4D7A-14E4-FE78-BE0943AD10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0310D-E12C-4092-8ED5-4238E75D6F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4005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DBADC55-4440-E779-FE63-A84C7BA73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06B7A42-368B-FD88-63AC-32EDEE85B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67E7C50-966F-876A-886C-89E8FD977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65446-026D-43F1-889C-C97CB3FD3B36}" type="datetimeFigureOut">
              <a:rPr lang="it-IT" smtClean="0"/>
              <a:t>17/02/25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B74B53-3869-C23D-C6E9-DC4E10D27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27140-8739-4F9C-A948-D24F349FF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6A13C-DC10-40F0-ABD5-5D0D21960D3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36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fi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D890DC9C-CB45-9424-94F5-61BF2B3A9A9A}"/>
              </a:ext>
            </a:extLst>
          </p:cNvPr>
          <p:cNvSpPr txBox="1"/>
          <p:nvPr/>
        </p:nvSpPr>
        <p:spPr>
          <a:xfrm>
            <a:off x="1140821" y="1933303"/>
            <a:ext cx="625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Artificial</a:t>
            </a:r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Intelligence per Data Analysis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686DC91-CD5B-5810-8341-13ABB89BF745}"/>
              </a:ext>
            </a:extLst>
          </p:cNvPr>
          <p:cNvSpPr txBox="1"/>
          <p:nvPr/>
        </p:nvSpPr>
        <p:spPr>
          <a:xfrm>
            <a:off x="1140820" y="2793814"/>
            <a:ext cx="62527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24, 25 Febbraio, 2025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46A3590-C6EF-D1F7-EF3A-B2A02C276022}"/>
              </a:ext>
            </a:extLst>
          </p:cNvPr>
          <p:cNvSpPr txBox="1"/>
          <p:nvPr/>
        </p:nvSpPr>
        <p:spPr>
          <a:xfrm>
            <a:off x="1140820" y="3569750"/>
            <a:ext cx="66875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Docente: </a:t>
            </a:r>
          </a:p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Andrea Corvaglia</a:t>
            </a:r>
          </a:p>
          <a:p>
            <a:endParaRPr lang="it-IT" sz="2400" b="1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 Scientist presso Università Vita-Salute San Raffaele</a:t>
            </a:r>
          </a:p>
        </p:txBody>
      </p:sp>
    </p:spTree>
    <p:extLst>
      <p:ext uri="{BB962C8B-B14F-4D97-AF65-F5344CB8AC3E}">
        <p14:creationId xmlns:p14="http://schemas.microsoft.com/office/powerpoint/2010/main" val="1839263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41E46-7F62-C01D-41BA-AF5045A25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0E374876-16D1-21B8-C0F5-6004D3BEB958}"/>
              </a:ext>
            </a:extLst>
          </p:cNvPr>
          <p:cNvSpPr/>
          <p:nvPr/>
        </p:nvSpPr>
        <p:spPr>
          <a:xfrm>
            <a:off x="2292096" y="1067319"/>
            <a:ext cx="9235080" cy="2376354"/>
          </a:xfrm>
          <a:prstGeom prst="rect">
            <a:avLst/>
          </a:prstGeom>
          <a:solidFill>
            <a:srgbClr val="BD4282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220090E7-6193-24A1-A3A2-B3EE90449C78}"/>
              </a:ext>
            </a:extLst>
          </p:cNvPr>
          <p:cNvSpPr/>
          <p:nvPr/>
        </p:nvSpPr>
        <p:spPr>
          <a:xfrm>
            <a:off x="2292096" y="3744687"/>
            <a:ext cx="9235080" cy="1894114"/>
          </a:xfrm>
          <a:prstGeom prst="rect">
            <a:avLst/>
          </a:prstGeom>
          <a:solidFill>
            <a:srgbClr val="BD4282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4C682EE-82A9-E40E-9767-2CE7F0BA5AF2}"/>
              </a:ext>
            </a:extLst>
          </p:cNvPr>
          <p:cNvSpPr txBox="1"/>
          <p:nvPr/>
        </p:nvSpPr>
        <p:spPr>
          <a:xfrm>
            <a:off x="2682240" y="12562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59AEB2-6838-4292-6B8D-1148F522B0C5}"/>
              </a:ext>
            </a:extLst>
          </p:cNvPr>
          <p:cNvSpPr txBox="1"/>
          <p:nvPr/>
        </p:nvSpPr>
        <p:spPr>
          <a:xfrm>
            <a:off x="606829" y="426315"/>
            <a:ext cx="253159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solidFill>
                  <a:srgbClr val="111111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Programma Corso </a:t>
            </a:r>
            <a:endParaRPr lang="it-IT" sz="24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endParaRPr lang="en-IT" dirty="0"/>
          </a:p>
        </p:txBody>
      </p:sp>
      <p:sp>
        <p:nvSpPr>
          <p:cNvPr id="3" name="CasellaDiTesto 1">
            <a:extLst>
              <a:ext uri="{FF2B5EF4-FFF2-40B4-BE49-F238E27FC236}">
                <a16:creationId xmlns:a16="http://schemas.microsoft.com/office/drawing/2014/main" id="{63C57A26-55E7-97CF-1D7D-957BFC85C96D}"/>
              </a:ext>
            </a:extLst>
          </p:cNvPr>
          <p:cNvSpPr txBox="1"/>
          <p:nvPr/>
        </p:nvSpPr>
        <p:spPr>
          <a:xfrm>
            <a:off x="1970313" y="1082773"/>
            <a:ext cx="95080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Ripasso concetti fondamentali di </a:t>
            </a:r>
            <a:r>
              <a:rPr lang="it-IT" b="1" dirty="0">
                <a:solidFill>
                  <a:srgbClr val="191919"/>
                </a:solidFill>
                <a:effectLst/>
                <a:latin typeface="Inter"/>
              </a:rPr>
              <a:t>Python</a:t>
            </a: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b="1" dirty="0" err="1">
                <a:solidFill>
                  <a:srgbClr val="191919"/>
                </a:solidFill>
                <a:effectLst/>
                <a:latin typeface="Inter"/>
              </a:rPr>
              <a:t>Pandas</a:t>
            </a: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 per la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 lettura dei dati e il processamento dei dati e </a:t>
            </a:r>
            <a:r>
              <a:rPr lang="it-IT" b="1" dirty="0" err="1">
                <a:solidFill>
                  <a:srgbClr val="191919"/>
                </a:solidFill>
                <a:latin typeface="Inter"/>
              </a:rPr>
              <a:t>Plotly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 per la visualizzazione </a:t>
            </a:r>
            <a:endParaRPr lang="it-IT" b="1" dirty="0">
              <a:solidFill>
                <a:srgbClr val="191919"/>
              </a:solidFill>
              <a:latin typeface="Inter"/>
            </a:endParaRP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191919"/>
                </a:solidFill>
                <a:latin typeface="Inter"/>
              </a:rPr>
              <a:t>T1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: Introduzione teorica al Machine Learning: «come apprendono le macchine?» </a:t>
            </a:r>
          </a:p>
          <a:p>
            <a:pPr lvl="1" fontAlgn="ctr"/>
            <a:endParaRPr lang="it-IT" dirty="0">
              <a:solidFill>
                <a:srgbClr val="191919"/>
              </a:solidFill>
              <a:latin typeface="Inter"/>
            </a:endParaRP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Preparazione del dato 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per il ML con </a:t>
            </a:r>
            <a:r>
              <a:rPr lang="it-IT" dirty="0" err="1">
                <a:solidFill>
                  <a:srgbClr val="191919"/>
                </a:solidFill>
                <a:latin typeface="Inter"/>
              </a:rPr>
              <a:t>scikit-learn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 (</a:t>
            </a:r>
            <a:r>
              <a:rPr lang="it-IT" dirty="0" err="1">
                <a:solidFill>
                  <a:srgbClr val="191919"/>
                </a:solidFill>
                <a:latin typeface="Inter"/>
              </a:rPr>
              <a:t>Encoding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, Imputazione, Scaling …)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191919"/>
                </a:solidFill>
                <a:effectLst/>
                <a:latin typeface="Inter"/>
              </a:rPr>
              <a:t>E1</a:t>
            </a: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: 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Esercitazione preparazione del dato e EDA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191919"/>
                </a:solidFill>
                <a:latin typeface="Inter"/>
              </a:rPr>
              <a:t>T2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: Valutazione del modello e ottimizzazione 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191919"/>
                </a:solidFill>
                <a:latin typeface="Inter"/>
              </a:rPr>
              <a:t>Valutazione e tuning degli </a:t>
            </a:r>
            <a:r>
              <a:rPr lang="it-IT" dirty="0" err="1">
                <a:solidFill>
                  <a:srgbClr val="191919"/>
                </a:solidFill>
                <a:latin typeface="Inter"/>
              </a:rPr>
              <a:t>iperparametri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 in </a:t>
            </a:r>
            <a:r>
              <a:rPr lang="it-IT" dirty="0" err="1">
                <a:solidFill>
                  <a:srgbClr val="191919"/>
                </a:solidFill>
                <a:latin typeface="Inter"/>
              </a:rPr>
              <a:t>scikit-learn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 </a:t>
            </a:r>
          </a:p>
          <a:p>
            <a:pPr lvl="1" fontAlgn="ctr"/>
            <a:endParaRPr lang="it-IT" dirty="0">
              <a:solidFill>
                <a:srgbClr val="191919"/>
              </a:solidFill>
              <a:latin typeface="Inter"/>
            </a:endParaRPr>
          </a:p>
          <a:p>
            <a:pPr lvl="1" fontAlgn="ctr"/>
            <a:endParaRPr lang="it-IT" dirty="0">
              <a:solidFill>
                <a:srgbClr val="191919"/>
              </a:solidFill>
              <a:latin typeface="Inter"/>
            </a:endParaRP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191919"/>
                </a:solidFill>
                <a:effectLst/>
                <a:latin typeface="Inter"/>
              </a:rPr>
              <a:t>E2</a:t>
            </a: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: Esercitazione machine learning e tuning degli </a:t>
            </a:r>
            <a:r>
              <a:rPr lang="it-IT" dirty="0" err="1">
                <a:solidFill>
                  <a:srgbClr val="191919"/>
                </a:solidFill>
                <a:effectLst/>
                <a:latin typeface="Inter"/>
              </a:rPr>
              <a:t>iperparametri</a:t>
            </a: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 </a:t>
            </a:r>
            <a:endParaRPr lang="it-IT" b="1" dirty="0">
              <a:solidFill>
                <a:srgbClr val="191919"/>
              </a:solidFill>
              <a:latin typeface="Inter"/>
            </a:endParaRP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b="1" dirty="0">
                <a:solidFill>
                  <a:srgbClr val="191919"/>
                </a:solidFill>
                <a:latin typeface="Inter"/>
              </a:rPr>
              <a:t>T3: 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Introduzione alle Reti Neurale e al Deep Learning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191919"/>
                </a:solidFill>
                <a:latin typeface="Inter"/>
              </a:rPr>
              <a:t>Implementiamo una Rete Neurale in Python con </a:t>
            </a:r>
            <a:r>
              <a:rPr lang="it-IT" dirty="0" err="1">
                <a:solidFill>
                  <a:srgbClr val="191919"/>
                </a:solidFill>
                <a:latin typeface="Inter"/>
              </a:rPr>
              <a:t>Keras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 </a:t>
            </a: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it-IT" dirty="0">
              <a:solidFill>
                <a:srgbClr val="191919"/>
              </a:solidFill>
              <a:latin typeface="Inter"/>
            </a:endParaRP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Gesti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amo gli esperimenti e la condivisione dei modelli con </a:t>
            </a:r>
            <a:r>
              <a:rPr lang="it-IT" dirty="0" err="1">
                <a:solidFill>
                  <a:srgbClr val="191919"/>
                </a:solidFill>
                <a:latin typeface="Inter"/>
              </a:rPr>
              <a:t>mlflow</a:t>
            </a:r>
            <a:r>
              <a:rPr lang="it-IT" dirty="0">
                <a:solidFill>
                  <a:srgbClr val="191919"/>
                </a:solidFill>
                <a:latin typeface="Inter"/>
              </a:rPr>
              <a:t> + spunti MLOPS</a:t>
            </a:r>
            <a:endParaRPr lang="it-IT" dirty="0">
              <a:solidFill>
                <a:srgbClr val="191919"/>
              </a:solidFill>
              <a:effectLst/>
              <a:latin typeface="Inter"/>
            </a:endParaRPr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191919"/>
                </a:solidFill>
                <a:effectLst/>
                <a:latin typeface="Inter"/>
              </a:rPr>
              <a:t>Esercitazione finale (120’)</a:t>
            </a:r>
          </a:p>
          <a:p>
            <a:pPr marL="285750" indent="-285750"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it-IT" sz="1800" dirty="0">
              <a:solidFill>
                <a:srgbClr val="191919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48EF318-7D5E-8D18-3B1C-397DB3D9D542}"/>
              </a:ext>
            </a:extLst>
          </p:cNvPr>
          <p:cNvSpPr txBox="1"/>
          <p:nvPr/>
        </p:nvSpPr>
        <p:spPr>
          <a:xfrm>
            <a:off x="795085" y="1959430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Giorno 1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E9D1A07-49A5-E8D5-CDD8-17994DFB4CD3}"/>
              </a:ext>
            </a:extLst>
          </p:cNvPr>
          <p:cNvSpPr txBox="1"/>
          <p:nvPr/>
        </p:nvSpPr>
        <p:spPr>
          <a:xfrm>
            <a:off x="843929" y="4419601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Giorno 2</a:t>
            </a:r>
          </a:p>
        </p:txBody>
      </p:sp>
    </p:spTree>
    <p:extLst>
      <p:ext uri="{BB962C8B-B14F-4D97-AF65-F5344CB8AC3E}">
        <p14:creationId xmlns:p14="http://schemas.microsoft.com/office/powerpoint/2010/main" val="255680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2682240" y="12017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3661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IMPOSTAZIONE DEL CORSO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26D646-8870-6B3D-0DD1-DFAEF51CCF75}"/>
              </a:ext>
            </a:extLst>
          </p:cNvPr>
          <p:cNvSpPr txBox="1"/>
          <p:nvPr/>
        </p:nvSpPr>
        <p:spPr>
          <a:xfrm>
            <a:off x="698090" y="1201783"/>
            <a:ext cx="111694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Corso il più possibile interattivo e pratico:</a:t>
            </a:r>
          </a:p>
          <a:p>
            <a:endParaRPr lang="en-IT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T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rogrammerete sul vostro pc su un ambiente che verrà preparato nella prima fase del corso.</a:t>
            </a:r>
          </a:p>
          <a:p>
            <a:endParaRPr lang="en-IT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T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Il materiale del corso consiste in poche slide introduttive, mentre la maggior parte delle informazioni sono su notebook modificabili:</a:t>
            </a:r>
            <a:br>
              <a:rPr lang="en-IT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T" dirty="0">
              <a:solidFill>
                <a:srgbClr val="37415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IT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otrete per ogni argomento teorico che affrontiamo vedere il codice, modificarlo e </a:t>
            </a:r>
            <a:r>
              <a:rPr lang="it-IT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provarlo</a:t>
            </a:r>
            <a:r>
              <a:rPr lang="en-IT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T" dirty="0">
                <a:solidFill>
                  <a:srgbClr val="37415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Avrete nella maggior parte dei casi dei piccoli quesiti alla fine dei notebook per testare le conoscenze.</a:t>
            </a:r>
          </a:p>
        </p:txBody>
      </p:sp>
    </p:spTree>
    <p:extLst>
      <p:ext uri="{BB962C8B-B14F-4D97-AF65-F5344CB8AC3E}">
        <p14:creationId xmlns:p14="http://schemas.microsoft.com/office/powerpoint/2010/main" val="2037669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2F973F-8EAB-C1A6-5847-1D486CD59103}"/>
              </a:ext>
            </a:extLst>
          </p:cNvPr>
          <p:cNvSpPr txBox="1"/>
          <p:nvPr/>
        </p:nvSpPr>
        <p:spPr>
          <a:xfrm>
            <a:off x="1140821" y="1933303"/>
            <a:ext cx="6252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Lezione frontale machine learning + tuning iper-parametri</a:t>
            </a:r>
          </a:p>
        </p:txBody>
      </p:sp>
    </p:spTree>
    <p:extLst>
      <p:ext uri="{BB962C8B-B14F-4D97-AF65-F5344CB8AC3E}">
        <p14:creationId xmlns:p14="http://schemas.microsoft.com/office/powerpoint/2010/main" val="4192353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350797" y="389739"/>
            <a:ext cx="4797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Gerarchia dell'Intelligenza Artificiale</a:t>
            </a:r>
            <a:endParaRPr lang="en-IT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75D13AA8-CBAF-E079-4544-6C0C04CEC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96" y="1652040"/>
            <a:ext cx="572532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Machine Learning (ML)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Uso di algoritmi che permettono alle macchine di apprendere dai dati senza essere esplicitamente programmati per ogni compito.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Deep Learning (DL)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Sottocampo del ML che utilizza reti neurali con molteplici strati per apprendere da grandi quantità di dati.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Large Language Models (LLM)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Modelli di deep learning specializzati nell'elaborazione e generazione di linguaggio naturale.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04698A0-C5E1-4F43-11C2-5426704286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15219C61-6DE1-965A-E79B-EEAC6BA79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451" y="1806346"/>
            <a:ext cx="6303983" cy="423151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D6EC3B5A-2D2B-AE29-11BF-785944B0E4DA}"/>
              </a:ext>
            </a:extLst>
          </p:cNvPr>
          <p:cNvSpPr txBox="1"/>
          <p:nvPr/>
        </p:nvSpPr>
        <p:spPr>
          <a:xfrm>
            <a:off x="350796" y="867211"/>
            <a:ext cx="116457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il termine più ampio dei quattro, </a:t>
            </a:r>
            <a:r>
              <a:rPr lang="it-IT" altLang="it-IT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nclude qualsiasi tecnica che permette alle macchine di imitare l'intelligenza umana</a:t>
            </a:r>
            <a:r>
              <a:rPr lang="it-IT" altLang="it-IT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 le funzioni cognitive umane come la risoluzione dei problemi e l'apprendimento. </a:t>
            </a:r>
          </a:p>
        </p:txBody>
      </p:sp>
    </p:spTree>
    <p:extLst>
      <p:ext uri="{BB962C8B-B14F-4D97-AF65-F5344CB8AC3E}">
        <p14:creationId xmlns:p14="http://schemas.microsoft.com/office/powerpoint/2010/main" val="614230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DB020611-9200-CF45-AF0A-05D9F3A11BD6}"/>
              </a:ext>
            </a:extLst>
          </p:cNvPr>
          <p:cNvSpPr txBox="1"/>
          <p:nvPr/>
        </p:nvSpPr>
        <p:spPr>
          <a:xfrm>
            <a:off x="424897" y="282473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DEFINIZIONE DI MACHINE LEARNING</a:t>
            </a:r>
            <a:endParaRPr lang="en-IT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6" descr="A diagram of a machine learning&#10;&#10;Description automatically generated">
            <a:extLst>
              <a:ext uri="{FF2B5EF4-FFF2-40B4-BE49-F238E27FC236}">
                <a16:creationId xmlns:a16="http://schemas.microsoft.com/office/drawing/2014/main" id="{CBEF03AF-E461-A3FD-AEDF-E5AAA1619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935" y="1192120"/>
            <a:ext cx="5190325" cy="3025315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CDCC987D-EA57-67E2-5E08-7FF0569280F2}"/>
              </a:ext>
            </a:extLst>
          </p:cNvPr>
          <p:cNvSpPr txBox="1"/>
          <p:nvPr/>
        </p:nvSpPr>
        <p:spPr>
          <a:xfrm>
            <a:off x="501552" y="1355113"/>
            <a:ext cx="637219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Nel 1959, Arthur Samuel (Pioniere dell’AI in IBM), definì il termine </a:t>
            </a:r>
            <a:r>
              <a:rPr lang="it-IT" i="1" dirty="0">
                <a:latin typeface="Calibri" panose="020F0502020204030204" pitchFamily="34" charset="0"/>
                <a:cs typeface="Calibri" panose="020F0502020204030204" pitchFamily="34" charset="0"/>
              </a:rPr>
              <a:t>Machine Learning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come: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«The field of study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gives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computers the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abiity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learn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without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being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explicitly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programmed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»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La chiave è nel fatto che il sistema non è istruito sui passi da eseguire (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explicitly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programmed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) ma è messo nelle condizioni di imparare. 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5744C6-9F3A-39CF-EB99-FC1EE45A2F55}"/>
              </a:ext>
            </a:extLst>
          </p:cNvPr>
          <p:cNvSpPr txBox="1"/>
          <p:nvPr/>
        </p:nvSpPr>
        <p:spPr>
          <a:xfrm>
            <a:off x="314740" y="4749173"/>
            <a:ext cx="11562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Nello specifico impara dai dati, trasformando gli esempi che vede nella regola che userà per rispondere.</a:t>
            </a:r>
          </a:p>
        </p:txBody>
      </p:sp>
    </p:spTree>
    <p:extLst>
      <p:ext uri="{BB962C8B-B14F-4D97-AF65-F5344CB8AC3E}">
        <p14:creationId xmlns:p14="http://schemas.microsoft.com/office/powerpoint/2010/main" val="4196039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350797" y="389739"/>
            <a:ext cx="33409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Apprendimento Supervisionato</a:t>
            </a:r>
            <a:endParaRPr lang="en-IT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B8BFBD4-F014-DF73-0D99-CFBD8AFB2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47"/>
          <a:stretch/>
        </p:blipFill>
        <p:spPr bwMode="auto">
          <a:xfrm>
            <a:off x="3773172" y="1476532"/>
            <a:ext cx="3028507" cy="390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2CF7431A-EE19-B86E-1D09-338118C35E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855" r="36464"/>
          <a:stretch/>
        </p:blipFill>
        <p:spPr bwMode="auto">
          <a:xfrm>
            <a:off x="496956" y="1476532"/>
            <a:ext cx="2305119" cy="390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E7D749C8-6C0E-0BD4-D3C2-ED319F08E4EB}"/>
              </a:ext>
            </a:extLst>
          </p:cNvPr>
          <p:cNvSpPr/>
          <p:nvPr/>
        </p:nvSpPr>
        <p:spPr>
          <a:xfrm>
            <a:off x="3673329" y="1247361"/>
            <a:ext cx="3340979" cy="4363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3D48366-4388-39DA-5D7A-1C057D24FCF6}"/>
              </a:ext>
            </a:extLst>
          </p:cNvPr>
          <p:cNvSpPr txBox="1"/>
          <p:nvPr/>
        </p:nvSpPr>
        <p:spPr>
          <a:xfrm>
            <a:off x="7637082" y="1331622"/>
            <a:ext cx="446877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Il machine learning indica l’apprendimento autonomo, nel caso dell’apprendimento supervisionato il modello è esposto a numerosi esempi del task che deve imparare (input).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In un ciclo di tentativi (output) e feedback tramite un errore il modello aggiusta i propri parametri per avere output il più possibile corretti.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0FA0B1D4-9809-6FDE-52E7-2C1CCB19C7B2}"/>
              </a:ext>
            </a:extLst>
          </p:cNvPr>
          <p:cNvSpPr/>
          <p:nvPr/>
        </p:nvSpPr>
        <p:spPr>
          <a:xfrm>
            <a:off x="7732644" y="4502426"/>
            <a:ext cx="4164495" cy="8050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driven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perché l’informazione è esclusiva amente nel dato</a:t>
            </a:r>
          </a:p>
        </p:txBody>
      </p:sp>
    </p:spTree>
    <p:extLst>
      <p:ext uri="{BB962C8B-B14F-4D97-AF65-F5344CB8AC3E}">
        <p14:creationId xmlns:p14="http://schemas.microsoft.com/office/powerpoint/2010/main" val="254981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350798" y="389739"/>
            <a:ext cx="83956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COME SI PREPARANO I DATI PER L’APPRENDIMENTO SUPERVISIONATO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805C4DC-D433-9A8A-8FF9-629A1F382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46" y="2235026"/>
            <a:ext cx="11340547" cy="1866356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BBFBC6FC-CADF-F405-10AE-FF24A9310D13}"/>
              </a:ext>
            </a:extLst>
          </p:cNvPr>
          <p:cNvSpPr/>
          <p:nvPr/>
        </p:nvSpPr>
        <p:spPr>
          <a:xfrm>
            <a:off x="350797" y="2235026"/>
            <a:ext cx="7487478" cy="1969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C0E0736-1C22-7848-D6AC-8F2BC2FB20EA}"/>
              </a:ext>
            </a:extLst>
          </p:cNvPr>
          <p:cNvSpPr txBox="1"/>
          <p:nvPr/>
        </p:nvSpPr>
        <p:spPr>
          <a:xfrm>
            <a:off x="3648321" y="1865694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rgbClr val="FF0000"/>
                </a:solidFill>
              </a:rPr>
              <a:t>Features, X 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6985E215-9FA4-FFE4-1999-BE51CFD6D6CA}"/>
              </a:ext>
            </a:extLst>
          </p:cNvPr>
          <p:cNvSpPr/>
          <p:nvPr/>
        </p:nvSpPr>
        <p:spPr>
          <a:xfrm>
            <a:off x="7964170" y="2235026"/>
            <a:ext cx="1965021" cy="19692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D05EE49B-7F62-7B94-E685-0911E6B18F6A}"/>
              </a:ext>
            </a:extLst>
          </p:cNvPr>
          <p:cNvSpPr txBox="1"/>
          <p:nvPr/>
        </p:nvSpPr>
        <p:spPr>
          <a:xfrm>
            <a:off x="7838275" y="4286048"/>
            <a:ext cx="2808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accent1"/>
                </a:solidFill>
              </a:rPr>
              <a:t>Target, y, etichetta (label) </a:t>
            </a:r>
          </a:p>
        </p:txBody>
      </p:sp>
      <p:pic>
        <p:nvPicPr>
          <p:cNvPr id="16" name="Immagine 15" descr="Immagine che contiene forniture per ufficio, testo, lettera, Prodotto di carta&#10;&#10;Descrizione generata automaticamente">
            <a:extLst>
              <a:ext uri="{FF2B5EF4-FFF2-40B4-BE49-F238E27FC236}">
                <a16:creationId xmlns:a16="http://schemas.microsoft.com/office/drawing/2014/main" id="{207EF6CD-E50A-D7C2-6E69-178BDD5C7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435" y="-18600"/>
            <a:ext cx="3445565" cy="2109530"/>
          </a:xfrm>
          <a:prstGeom prst="rect">
            <a:avLst/>
          </a:prstGeom>
        </p:spPr>
      </p:pic>
      <p:sp>
        <p:nvSpPr>
          <p:cNvPr id="17" name="Rettangolo 16">
            <a:extLst>
              <a:ext uri="{FF2B5EF4-FFF2-40B4-BE49-F238E27FC236}">
                <a16:creationId xmlns:a16="http://schemas.microsoft.com/office/drawing/2014/main" id="{61E71320-132A-A66B-7852-8911DC7F2DC2}"/>
              </a:ext>
            </a:extLst>
          </p:cNvPr>
          <p:cNvSpPr/>
          <p:nvPr/>
        </p:nvSpPr>
        <p:spPr>
          <a:xfrm>
            <a:off x="413746" y="3685833"/>
            <a:ext cx="11778254" cy="369332"/>
          </a:xfrm>
          <a:prstGeom prst="rect">
            <a:avLst/>
          </a:prstGeom>
          <a:solidFill>
            <a:srgbClr val="FFFF00">
              <a:alpha val="45882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dirty="0">
                <a:solidFill>
                  <a:schemeClr val="tx1"/>
                </a:solidFill>
              </a:rPr>
              <a:t>Esempio etichettato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EB445449-D6BA-4373-2543-5EE5C26D724B}"/>
              </a:ext>
            </a:extLst>
          </p:cNvPr>
          <p:cNvSpPr txBox="1"/>
          <p:nvPr/>
        </p:nvSpPr>
        <p:spPr>
          <a:xfrm>
            <a:off x="413746" y="4905807"/>
            <a:ext cx="115529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Classificazione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Predire etichette discrete (categorie). 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Identificare se un'email è spam o non spam.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Regressione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Predire valori continui.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it-IT" alt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064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350797" y="389739"/>
            <a:ext cx="38614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VALUTAZIONE DEL MODELLO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B601F7A-1AD2-D85D-9CB8-374D800ECA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6952"/>
          <a:stretch/>
        </p:blipFill>
        <p:spPr>
          <a:xfrm>
            <a:off x="350797" y="1014512"/>
            <a:ext cx="7149933" cy="186635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4174F6EB-1A07-1A2B-D96C-545DBD80F4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492" t="34380" r="22975"/>
          <a:stretch/>
        </p:blipFill>
        <p:spPr>
          <a:xfrm>
            <a:off x="4796879" y="3945729"/>
            <a:ext cx="1648142" cy="1224714"/>
          </a:xfrm>
          <a:prstGeom prst="rect">
            <a:avLst/>
          </a:prstGeom>
        </p:spPr>
      </p:pic>
      <p:pic>
        <p:nvPicPr>
          <p:cNvPr id="2050" name="Picture 2" descr="Ai modeling ">
            <a:extLst>
              <a:ext uri="{FF2B5EF4-FFF2-40B4-BE49-F238E27FC236}">
                <a16:creationId xmlns:a16="http://schemas.microsoft.com/office/drawing/2014/main" id="{BA0D016C-55D2-62DB-4668-BD44FFC95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43" y="3649447"/>
            <a:ext cx="1401418" cy="1401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088E3917-9FF1-4B95-CCDF-52B27EE76EC0}"/>
              </a:ext>
            </a:extLst>
          </p:cNvPr>
          <p:cNvSpPr txBox="1"/>
          <p:nvPr/>
        </p:nvSpPr>
        <p:spPr>
          <a:xfrm>
            <a:off x="420724" y="4866199"/>
            <a:ext cx="1887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Modello allenato</a:t>
            </a: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344CF3DF-BEFE-8B69-0514-955BE78B3F34}"/>
              </a:ext>
            </a:extLst>
          </p:cNvPr>
          <p:cNvCxnSpPr/>
          <p:nvPr/>
        </p:nvCxnSpPr>
        <p:spPr>
          <a:xfrm>
            <a:off x="2907532" y="4425386"/>
            <a:ext cx="12324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07F1DC5-D723-6E9A-2BA8-C75520372E5C}"/>
              </a:ext>
            </a:extLst>
          </p:cNvPr>
          <p:cNvSpPr txBox="1"/>
          <p:nvPr/>
        </p:nvSpPr>
        <p:spPr>
          <a:xfrm>
            <a:off x="2907532" y="3945729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Previsioni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6A6BF21-5649-47D9-F9C2-AEFB5754846C}"/>
              </a:ext>
            </a:extLst>
          </p:cNvPr>
          <p:cNvSpPr txBox="1"/>
          <p:nvPr/>
        </p:nvSpPr>
        <p:spPr>
          <a:xfrm>
            <a:off x="7026965" y="3542423"/>
            <a:ext cx="49937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A questo punto viene confrontato  il valore previsto col valore reale osservato.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Se fatto durante il training questo permette al modello di apprendere. </a:t>
            </a: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Invece in test permette di valutare l’errore e quindi l’efficacia del modello</a:t>
            </a:r>
          </a:p>
        </p:txBody>
      </p:sp>
      <p:pic>
        <p:nvPicPr>
          <p:cNvPr id="21" name="Immagine 20" descr="Immagine che contiene forniture per ufficio, testo, lettera, Prodotto di carta&#10;&#10;Descrizione generata automaticamente">
            <a:extLst>
              <a:ext uri="{FF2B5EF4-FFF2-40B4-BE49-F238E27FC236}">
                <a16:creationId xmlns:a16="http://schemas.microsoft.com/office/drawing/2014/main" id="{996CCA90-B900-B7A1-8CEA-34594B7207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6435" y="-18600"/>
            <a:ext cx="3445565" cy="210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738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350797" y="389739"/>
            <a:ext cx="339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Fasi del Modello: Training</a:t>
            </a:r>
            <a:r>
              <a:rPr lang="it-IT"/>
              <a:t>, Test</a:t>
            </a:r>
            <a:endParaRPr lang="en-IT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DDEFB90-96C5-8CD2-91E6-BA9AF193B5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49" y="1023037"/>
            <a:ext cx="9734049" cy="4811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990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722CEC-4EC5-32E1-87A6-A5CB6E3713B1}"/>
              </a:ext>
            </a:extLst>
          </p:cNvPr>
          <p:cNvSpPr txBox="1"/>
          <p:nvPr/>
        </p:nvSpPr>
        <p:spPr>
          <a:xfrm>
            <a:off x="350797" y="389739"/>
            <a:ext cx="6909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LA GIUSTA QUANTITA’ DI FIT : UNDERFITTING E OVERFITTING</a:t>
            </a:r>
            <a:endParaRPr lang="en-IT" dirty="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F7A97503-C363-30F9-6CCD-5FB3DDA8D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347" y="927819"/>
            <a:ext cx="6302053" cy="2501181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5251E6E1-C423-63B2-F6E1-3AA0DCD4D06B}"/>
              </a:ext>
            </a:extLst>
          </p:cNvPr>
          <p:cNvSpPr txBox="1"/>
          <p:nvPr/>
        </p:nvSpPr>
        <p:spPr>
          <a:xfrm>
            <a:off x="436393" y="3686324"/>
            <a:ext cx="11319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Overfitting: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il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modello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impara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eccessivamente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preciso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coompreso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rumore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futtuazioni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casuali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). In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questo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modo le performance di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generalizzazione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ne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risentono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ovvero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come il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modello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performa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dati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mai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visti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664A97C-D4B4-8FFF-5725-0949C7FE161E}"/>
              </a:ext>
            </a:extLst>
          </p:cNvPr>
          <p:cNvSpPr txBox="1"/>
          <p:nvPr/>
        </p:nvSpPr>
        <p:spPr>
          <a:xfrm>
            <a:off x="436393" y="4760021"/>
            <a:ext cx="88173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Come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si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determinano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endParaRPr lang="en-US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Overfit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: Performance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alta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sul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train set –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Bassa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sul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test set</a:t>
            </a:r>
          </a:p>
          <a:p>
            <a:r>
              <a:rPr lang="en-US" b="1" u="sng" dirty="0">
                <a:latin typeface="Calibri" panose="020F0502020204030204" pitchFamily="34" charset="0"/>
                <a:cs typeface="Calibri" panose="020F0502020204030204" pitchFamily="34" charset="0"/>
              </a:rPr>
              <a:t>Underfit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: Performance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bassa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u="sng" dirty="0" err="1">
                <a:latin typeface="Calibri" panose="020F0502020204030204" pitchFamily="34" charset="0"/>
                <a:cs typeface="Calibri" panose="020F0502020204030204" pitchFamily="34" charset="0"/>
              </a:rPr>
              <a:t>sul</a:t>
            </a:r>
            <a:r>
              <a:rPr lang="en-US" u="sng" dirty="0">
                <a:latin typeface="Calibri" panose="020F0502020204030204" pitchFamily="34" charset="0"/>
                <a:cs typeface="Calibri" panose="020F0502020204030204" pitchFamily="34" charset="0"/>
              </a:rPr>
              <a:t> train set</a:t>
            </a:r>
          </a:p>
        </p:txBody>
      </p:sp>
    </p:spTree>
    <p:extLst>
      <p:ext uri="{BB962C8B-B14F-4D97-AF65-F5344CB8AC3E}">
        <p14:creationId xmlns:p14="http://schemas.microsoft.com/office/powerpoint/2010/main" val="3553117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7898A5C6-3BC5-1349-3952-6401274BF8B9}"/>
              </a:ext>
            </a:extLst>
          </p:cNvPr>
          <p:cNvSpPr txBox="1"/>
          <p:nvPr/>
        </p:nvSpPr>
        <p:spPr>
          <a:xfrm>
            <a:off x="345384" y="979365"/>
            <a:ext cx="112933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Parametri del Modello: </a:t>
            </a:r>
            <a:r>
              <a:rPr kumimoji="0" lang="it-IT" altLang="it-IT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Stimati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 modello a partire dai dati forniti durante il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altLang="it-IT" b="1" dirty="0">
                <a:latin typeface="Arial" panose="020B0604020202020204" pitchFamily="34" charset="0"/>
              </a:rPr>
              <a:t>I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per-parametri del Modello (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Hyperparameters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it-IT" altLang="it-IT" dirty="0">
                <a:latin typeface="Arial" panose="020B0604020202020204" pitchFamily="34" charset="0"/>
              </a:rPr>
              <a:t>governano la struttura del modello e del training a priori.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CE6E4E6-2A5C-4A85-22DA-C030435BFC44}"/>
              </a:ext>
            </a:extLst>
          </p:cNvPr>
          <p:cNvSpPr txBox="1"/>
          <p:nvPr/>
        </p:nvSpPr>
        <p:spPr>
          <a:xfrm>
            <a:off x="345385" y="242716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Cosa Sono gli </a:t>
            </a:r>
            <a:r>
              <a:rPr lang="it-IT" dirty="0" err="1"/>
              <a:t>Iperparametri</a:t>
            </a:r>
            <a:r>
              <a:rPr lang="it-IT" dirty="0"/>
              <a:t>?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565C2AD-18D1-9AE4-F5BC-63136818D628}"/>
              </a:ext>
            </a:extLst>
          </p:cNvPr>
          <p:cNvSpPr txBox="1"/>
          <p:nvPr/>
        </p:nvSpPr>
        <p:spPr>
          <a:xfrm>
            <a:off x="1319418" y="4678306"/>
            <a:ext cx="112933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b="1" dirty="0"/>
          </a:p>
          <a:p>
            <a:r>
              <a:rPr lang="it-IT" dirty="0"/>
              <a:t>Gli iper-parametri impattano l'accuratezza e la capacità di generalizzazione del modello (governandone la complessità).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36C1453-8FAE-B521-CD76-EBD9CC9A0084}"/>
              </a:ext>
            </a:extLst>
          </p:cNvPr>
          <p:cNvSpPr txBox="1"/>
          <p:nvPr/>
        </p:nvSpPr>
        <p:spPr>
          <a:xfrm>
            <a:off x="7094988" y="2893206"/>
            <a:ext cx="54888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b="1" dirty="0"/>
          </a:p>
          <a:p>
            <a:r>
              <a:rPr lang="it-IT" b="1" dirty="0"/>
              <a:t>Parametro: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Valore associato al lag 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C591653-154B-D3BC-EF8A-EACB993A5EF9}"/>
              </a:ext>
            </a:extLst>
          </p:cNvPr>
          <p:cNvSpPr txBox="1"/>
          <p:nvPr/>
        </p:nvSpPr>
        <p:spPr>
          <a:xfrm>
            <a:off x="1224275" y="2616207"/>
            <a:ext cx="636228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/>
              <a:t>			Esempio : Modelli ARIMA </a:t>
            </a:r>
          </a:p>
          <a:p>
            <a:endParaRPr lang="it-IT" b="1" dirty="0"/>
          </a:p>
          <a:p>
            <a:r>
              <a:rPr lang="it-IT" b="1" dirty="0" err="1"/>
              <a:t>Iperparametro</a:t>
            </a:r>
            <a:r>
              <a:rPr lang="it-IT" b="1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/>
              <a:t>p</a:t>
            </a:r>
            <a:r>
              <a:rPr lang="it-IT" dirty="0"/>
              <a:t> (</a:t>
            </a:r>
            <a:r>
              <a:rPr lang="it-IT" dirty="0" err="1"/>
              <a:t>AutoRegressive</a:t>
            </a:r>
            <a:r>
              <a:rPr lang="it-IT" dirty="0"/>
              <a:t> </a:t>
            </a:r>
            <a:r>
              <a:rPr lang="it-IT" dirty="0" err="1"/>
              <a:t>term</a:t>
            </a:r>
            <a:r>
              <a:rPr lang="it-IT" dirty="0"/>
              <a:t>): Numero di lag </a:t>
            </a:r>
            <a:r>
              <a:rPr lang="it-IT" dirty="0" err="1"/>
              <a:t>autoregressivi</a:t>
            </a:r>
            <a:r>
              <a:rPr lang="it-IT" dirty="0"/>
              <a:t>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546B2DA-45CD-A148-7275-D99522C35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84" y="4839024"/>
            <a:ext cx="878891" cy="87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047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8EDAD2A6-E69D-4857-3D7F-1F6402F30F19}"/>
              </a:ext>
            </a:extLst>
          </p:cNvPr>
          <p:cNvSpPr txBox="1"/>
          <p:nvPr/>
        </p:nvSpPr>
        <p:spPr>
          <a:xfrm>
            <a:off x="285750" y="256547"/>
            <a:ext cx="1169090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Cos'è il Tuning degli </a:t>
            </a:r>
            <a:r>
              <a:rPr lang="it-IT" sz="2400" b="1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sz="2400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Processo di ottimizzazione degli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di un modello per migliorare le sue prestazioni su dati non visti.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Obiettivo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Trovare la combinazione di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che massimizza la capacità del modello di generalizzare sui dati di test o su nuove previsioni.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A8E2527-45F1-845B-A195-EE7C316B7E7F}"/>
              </a:ext>
            </a:extLst>
          </p:cNvPr>
          <p:cNvSpPr txBox="1"/>
          <p:nvPr/>
        </p:nvSpPr>
        <p:spPr>
          <a:xfrm>
            <a:off x="186358" y="2631135"/>
            <a:ext cx="1200564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Come funziona il Tuning degli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1. Definizione della Metrica: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Scegli una metrica (es. RMSE) per valutare le prestazioni del modello.</a:t>
            </a:r>
          </a:p>
          <a:p>
            <a:pPr lvl="1"/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2. Esplorazione delle Combinazioni: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Testa diverse combinazioni di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su un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validation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set.</a:t>
            </a:r>
          </a:p>
          <a:p>
            <a:pPr lvl="1"/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3. Valutazione: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Addestra e valuta ogni combinazione sulla metrica scelta.</a:t>
            </a:r>
          </a:p>
          <a:p>
            <a:pPr lvl="1"/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4. Selezione: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Scegli la combinazione con le migliori prestazioni per l'addestramento finale.</a:t>
            </a:r>
          </a:p>
        </p:txBody>
      </p:sp>
    </p:spTree>
    <p:extLst>
      <p:ext uri="{BB962C8B-B14F-4D97-AF65-F5344CB8AC3E}">
        <p14:creationId xmlns:p14="http://schemas.microsoft.com/office/powerpoint/2010/main" val="1960087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5FABE0E2-92A7-9DC7-3FCF-FC6B2DCC5B95}"/>
              </a:ext>
            </a:extLst>
          </p:cNvPr>
          <p:cNvSpPr txBox="1"/>
          <p:nvPr/>
        </p:nvSpPr>
        <p:spPr>
          <a:xfrm>
            <a:off x="411645" y="954880"/>
            <a:ext cx="116147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Il </a:t>
            </a:r>
            <a:r>
              <a:rPr kumimoji="0" lang="it-IT" altLang="it-IT" sz="1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è un sottoinsieme dei dati utilizzato per effettuare una valutazione preliminare del modello, prima di procedere alla valutazione finale sul 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set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Cos’è il </a:t>
            </a:r>
            <a:r>
              <a:rPr lang="it-IT" dirty="0" err="1"/>
              <a:t>validation</a:t>
            </a:r>
            <a:r>
              <a:rPr lang="it-IT" dirty="0"/>
              <a:t> set?</a:t>
            </a:r>
          </a:p>
        </p:txBody>
      </p:sp>
      <p:pic>
        <p:nvPicPr>
          <p:cNvPr id="4099" name="Picture 3" descr="[Solved] How to use k-fold cross validation in a neural | 9to5Answer">
            <a:extLst>
              <a:ext uri="{FF2B5EF4-FFF2-40B4-BE49-F238E27FC236}">
                <a16:creationId xmlns:a16="http://schemas.microsoft.com/office/drawing/2014/main" id="{AA36577D-5287-700C-7FA3-A6FB59086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875" y="2155209"/>
            <a:ext cx="5447473" cy="305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6944C8E-9A98-8D3D-1FD1-5BE00E8FDE36}"/>
              </a:ext>
            </a:extLst>
          </p:cNvPr>
          <p:cNvSpPr txBox="1"/>
          <p:nvPr/>
        </p:nvSpPr>
        <p:spPr>
          <a:xfrm>
            <a:off x="534642" y="2400615"/>
            <a:ext cx="609765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Stima Realistica dell'Errore di Generalizzazione: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 ottenere una valutazione realistica delle prestazioni del modello, è essenziale testarlo su un </a:t>
            </a:r>
            <a:r>
              <a:rPr kumimoji="0" lang="it-IT" altLang="it-IT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set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che non è stato utilizzato nemmeno nella fase di tuning degli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iperparametri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Questo assicura che la stima dell'errore di generalizzazione sia attendibile.</a:t>
            </a:r>
          </a:p>
        </p:txBody>
      </p:sp>
    </p:spTree>
    <p:extLst>
      <p:ext uri="{BB962C8B-B14F-4D97-AF65-F5344CB8AC3E}">
        <p14:creationId xmlns:p14="http://schemas.microsoft.com/office/powerpoint/2010/main" val="3721929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Tecniche per la ricerca della combinazione migliore</a:t>
            </a:r>
          </a:p>
        </p:txBody>
      </p:sp>
      <p:pic>
        <p:nvPicPr>
          <p:cNvPr id="5124" name="Picture 4" descr="Fast Hyperparameter Tuning to Improve Model Code Performance ...">
            <a:extLst>
              <a:ext uri="{FF2B5EF4-FFF2-40B4-BE49-F238E27FC236}">
                <a16:creationId xmlns:a16="http://schemas.microsoft.com/office/drawing/2014/main" id="{F905A059-ACBF-7BAC-CD55-2F16FBED0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122" y="390050"/>
            <a:ext cx="4894192" cy="413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2B382FE-0F6B-AB33-0691-40CE290CF90D}"/>
              </a:ext>
            </a:extLst>
          </p:cNvPr>
          <p:cNvSpPr txBox="1"/>
          <p:nvPr/>
        </p:nvSpPr>
        <p:spPr>
          <a:xfrm>
            <a:off x="528842" y="3986314"/>
            <a:ext cx="117360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Tecniche: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Esplora sistematicamente ogni combinazione di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nella griglia predefinita.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Random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Campiona casualmente combinazioni di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all'interno dello spazio definito.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Bayesian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Optimization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Utilizza modelli probabilistici per selezionare le combinazioni più promettenti.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3C94C5A-678D-1B78-4EB6-FB4603325EA1}"/>
              </a:ext>
            </a:extLst>
          </p:cNvPr>
          <p:cNvSpPr txBox="1"/>
          <p:nvPr/>
        </p:nvSpPr>
        <p:spPr>
          <a:xfrm>
            <a:off x="411644" y="1674674"/>
            <a:ext cx="70625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Due elementi fondamentali: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Spazio di Ricerca :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L'insieme di tutte le possibili combinazioni di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iperparametri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che si desidera esplorare.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Tipo di Campionamento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Esaustiva, casuale o con altre logiche più avanzate.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42CF93-C87A-0F2B-7E88-F5A866C0E052}"/>
              </a:ext>
            </a:extLst>
          </p:cNvPr>
          <p:cNvSpPr txBox="1"/>
          <p:nvPr/>
        </p:nvSpPr>
        <p:spPr>
          <a:xfrm>
            <a:off x="411644" y="840361"/>
            <a:ext cx="11594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Come decidiamo 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quali combinazioni provare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e come strutturiamo la ricerca?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714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2F973F-8EAB-C1A6-5847-1D486CD59103}"/>
              </a:ext>
            </a:extLst>
          </p:cNvPr>
          <p:cNvSpPr txBox="1"/>
          <p:nvPr/>
        </p:nvSpPr>
        <p:spPr>
          <a:xfrm>
            <a:off x="1140821" y="1933303"/>
            <a:ext cx="625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Reti Neurali e Deep Learning</a:t>
            </a:r>
          </a:p>
        </p:txBody>
      </p:sp>
    </p:spTree>
    <p:extLst>
      <p:ext uri="{BB962C8B-B14F-4D97-AF65-F5344CB8AC3E}">
        <p14:creationId xmlns:p14="http://schemas.microsoft.com/office/powerpoint/2010/main" val="2315536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Agenda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7A8B31-2D60-62C6-2499-9EACD914D154}"/>
              </a:ext>
            </a:extLst>
          </p:cNvPr>
          <p:cNvSpPr txBox="1"/>
          <p:nvPr/>
        </p:nvSpPr>
        <p:spPr>
          <a:xfrm>
            <a:off x="624663" y="1170157"/>
            <a:ext cx="66373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Introduzione e contesto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Il neurone artificiale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Dai neuroni ai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layers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propagation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Funzione di perdita e ottimizzazione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Backpropagation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Overfitting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e regolarizzazione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Preprocessing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dei dati</a:t>
            </a:r>
          </a:p>
          <a:p>
            <a:pPr marL="342900" indent="-342900">
              <a:buFont typeface="+mj-lt"/>
              <a:buAutoNum type="arabicPeriod"/>
            </a:pP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Conclusioni</a:t>
            </a:r>
          </a:p>
        </p:txBody>
      </p:sp>
    </p:spTree>
    <p:extLst>
      <p:ext uri="{BB962C8B-B14F-4D97-AF65-F5344CB8AC3E}">
        <p14:creationId xmlns:p14="http://schemas.microsoft.com/office/powerpoint/2010/main" val="400866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Cos’è il Deep Learning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4B25614-4C1F-702B-9074-8D1FCFA7DFDC}"/>
              </a:ext>
            </a:extLst>
          </p:cNvPr>
          <p:cNvSpPr txBox="1"/>
          <p:nvPr/>
        </p:nvSpPr>
        <p:spPr>
          <a:xfrm>
            <a:off x="411645" y="1116717"/>
            <a:ext cx="114439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Il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Deep Learning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è una branca del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che utilizza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reti neurali artificiali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ispirate al funzionamento del cervello umano.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È particolarmente efficace nell'apprendere da grandi quantità di dati complessi, anche non strutturati come immagini, testi o suoni.</a:t>
            </a:r>
          </a:p>
        </p:txBody>
      </p:sp>
      <p:pic>
        <p:nvPicPr>
          <p:cNvPr id="1031" name="Picture 7" descr="Autonomous Car Driving Through San Francisco Stock Footage Video (100%  Royalty-free) 1063934983 | Shutterstock">
            <a:extLst>
              <a:ext uri="{FF2B5EF4-FFF2-40B4-BE49-F238E27FC236}">
                <a16:creationId xmlns:a16="http://schemas.microsoft.com/office/drawing/2014/main" id="{26556BB1-93E9-4C76-4FCD-BE8334659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9301" y="3114226"/>
            <a:ext cx="38100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What is a neural network? A computer scientist explains">
            <a:extLst>
              <a:ext uri="{FF2B5EF4-FFF2-40B4-BE49-F238E27FC236}">
                <a16:creationId xmlns:a16="http://schemas.microsoft.com/office/drawing/2014/main" id="{09115962-92E8-5C07-D683-57782EC95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16" y="2873599"/>
            <a:ext cx="3992100" cy="2978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page3image577250832">
            <a:extLst>
              <a:ext uri="{FF2B5EF4-FFF2-40B4-BE49-F238E27FC236}">
                <a16:creationId xmlns:a16="http://schemas.microsoft.com/office/drawing/2014/main" id="{57DC562C-F40E-ABC1-B018-0C96FC6289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0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age3image577251136">
            <a:extLst>
              <a:ext uri="{FF2B5EF4-FFF2-40B4-BE49-F238E27FC236}">
                <a16:creationId xmlns:a16="http://schemas.microsoft.com/office/drawing/2014/main" id="{4A388EA3-7BDA-41F3-83B0-C16264B1A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page3image577251440">
            <a:extLst>
              <a:ext uri="{FF2B5EF4-FFF2-40B4-BE49-F238E27FC236}">
                <a16:creationId xmlns:a16="http://schemas.microsoft.com/office/drawing/2014/main" id="{354ADDAB-51F9-3515-6425-D86A91CA9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90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10078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Introduzione alle Reti Neurali : il neurone artificiale 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F09C61-DAA7-BFB9-7812-9FA14F6A0CCC}"/>
              </a:ext>
            </a:extLst>
          </p:cNvPr>
          <p:cNvSpPr txBox="1"/>
          <p:nvPr/>
        </p:nvSpPr>
        <p:spPr>
          <a:xfrm>
            <a:off x="411645" y="915608"/>
            <a:ext cx="114896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 componente essenziale delle reti neurali artificiali è il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neurone artificiale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Ogni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neurone artificiale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riceve input ponderati da altri neuroni, li combina e li elabora. Se il risultato supera una soglia predefinita, invia un segnale di uscita.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Il processo di decisione è gestito da una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funzione di attivazione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che determina l'output in base agli input ricevuti.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Questo semplice meccanismo è alla base delle reti neurali, dove più neuroni artificiali sono organizzati in strati per formare modelli complessi capaci di risolvere problemi come riconoscimento di immagini e analisi del linguaggi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5343B9A-2374-8E2F-1D3C-A0E87C0CF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54" y="3276600"/>
            <a:ext cx="4816929" cy="2937731"/>
          </a:xfrm>
          <a:prstGeom prst="rect">
            <a:avLst/>
          </a:prstGeom>
        </p:spPr>
      </p:pic>
      <p:sp>
        <p:nvSpPr>
          <p:cNvPr id="6" name="AutoShape 6" descr="2 The structure of the artificial neuron.">
            <a:extLst>
              <a:ext uri="{FF2B5EF4-FFF2-40B4-BE49-F238E27FC236}">
                <a16:creationId xmlns:a16="http://schemas.microsoft.com/office/drawing/2014/main" id="{6C9B0A4A-842F-5F65-D48E-E498912010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737360" cy="1737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t-IT"/>
          </a:p>
        </p:txBody>
      </p:sp>
      <p:pic>
        <p:nvPicPr>
          <p:cNvPr id="3082" name="Picture 10" descr="Figure showing a generic activation function (a.k.a. transfer function) in an artificial neural network">
            <a:extLst>
              <a:ext uri="{FF2B5EF4-FFF2-40B4-BE49-F238E27FC236}">
                <a16:creationId xmlns:a16="http://schemas.microsoft.com/office/drawing/2014/main" id="{158AFE28-81AA-CBC5-5F8E-82EE02E11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153" y="3359322"/>
            <a:ext cx="4590785" cy="266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2148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Dalla Rete Neurale al Deep Learning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C657901-EE54-4D5F-9D12-EA51400B523D}"/>
              </a:ext>
            </a:extLst>
          </p:cNvPr>
          <p:cNvSpPr txBox="1"/>
          <p:nvPr/>
        </p:nvSpPr>
        <p:spPr>
          <a:xfrm>
            <a:off x="411645" y="985412"/>
            <a:ext cx="117803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Una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rete neurale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è un insieme di neuroni artificiali organizzati in strati. Ogni strato elabora le informazioni e trasmette i risultati allo strato successivo.</a:t>
            </a:r>
          </a:p>
        </p:txBody>
      </p:sp>
      <p:pic>
        <p:nvPicPr>
          <p:cNvPr id="2060" name="Picture 12" descr="Un diagramma che raffigura gli strati di una rete neurale profonda">
            <a:extLst>
              <a:ext uri="{FF2B5EF4-FFF2-40B4-BE49-F238E27FC236}">
                <a16:creationId xmlns:a16="http://schemas.microsoft.com/office/drawing/2014/main" id="{F2CFF191-F154-0C16-E37C-8DD9B38B7F3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7" t="6077" r="10769" b="9923"/>
          <a:stretch/>
        </p:blipFill>
        <p:spPr bwMode="auto">
          <a:xfrm>
            <a:off x="411643" y="1934417"/>
            <a:ext cx="5646219" cy="3425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6EFDA22-5C73-2BEA-D7B6-2D08AEBCF0D8}"/>
              </a:ext>
            </a:extLst>
          </p:cNvPr>
          <p:cNvSpPr txBox="1"/>
          <p:nvPr/>
        </p:nvSpPr>
        <p:spPr>
          <a:xfrm>
            <a:off x="6134140" y="2562276"/>
            <a:ext cx="5811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Input Layer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riceve i dati grezzi (es. pixel di un'immagine).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Strati Nascosti (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Hidden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Layers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elaborano progressivamente i dati. Ogni strato apprende caratteristiche più complesse.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Output Layer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restituisce la predizione finale (es. identificazione di un oggetto).</a:t>
            </a:r>
          </a:p>
        </p:txBody>
      </p:sp>
      <p:pic>
        <p:nvPicPr>
          <p:cNvPr id="2052" name="Picture 4" descr="page3image577250832">
            <a:extLst>
              <a:ext uri="{FF2B5EF4-FFF2-40B4-BE49-F238E27FC236}">
                <a16:creationId xmlns:a16="http://schemas.microsoft.com/office/drawing/2014/main" id="{AF01FCB5-040E-E98D-183C-3E15C3DAC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540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page3image577251136">
            <a:extLst>
              <a:ext uri="{FF2B5EF4-FFF2-40B4-BE49-F238E27FC236}">
                <a16:creationId xmlns:a16="http://schemas.microsoft.com/office/drawing/2014/main" id="{9B7017D6-1292-9A1C-3BA8-8B0126259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2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age3image577251440">
            <a:extLst>
              <a:ext uri="{FF2B5EF4-FFF2-40B4-BE49-F238E27FC236}">
                <a16:creationId xmlns:a16="http://schemas.microsoft.com/office/drawing/2014/main" id="{914DC0DF-0A23-B489-4F6C-28203A0AA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8900" cy="36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55124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45257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Deep Dive nella Rete (Input Layer)</a:t>
            </a:r>
          </a:p>
        </p:txBody>
      </p:sp>
      <p:pic>
        <p:nvPicPr>
          <p:cNvPr id="2" name="Picture 12" descr="Un diagramma che raffigura gli strati di una rete neurale profonda">
            <a:extLst>
              <a:ext uri="{FF2B5EF4-FFF2-40B4-BE49-F238E27FC236}">
                <a16:creationId xmlns:a16="http://schemas.microsoft.com/office/drawing/2014/main" id="{EB171DA3-B63E-8742-E0AB-17263130A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7" t="21081" r="10769" b="9923"/>
          <a:stretch/>
        </p:blipFill>
        <p:spPr bwMode="auto">
          <a:xfrm>
            <a:off x="449781" y="2575022"/>
            <a:ext cx="5646219" cy="2813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5D39F27-62F5-1CCE-D7A4-5795BBF1A4C7}"/>
              </a:ext>
            </a:extLst>
          </p:cNvPr>
          <p:cNvSpPr txBox="1"/>
          <p:nvPr/>
        </p:nvSpPr>
        <p:spPr>
          <a:xfrm>
            <a:off x="359203" y="1030400"/>
            <a:ext cx="11302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Nel 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 input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(sulla sinistra), ogni nodo (neurone artificiale) rappresenta un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valore iniziale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preso dai dati (es. pixel in un'immagine, numeri in un dataset). Questi nodi non applicano alcuna trasformazione; semplicemente passano i dati ai neuroni del primo strato nascosto.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12" descr="Un diagramma che raffigura gli strati di una rete neurale profonda">
            <a:extLst>
              <a:ext uri="{FF2B5EF4-FFF2-40B4-BE49-F238E27FC236}">
                <a16:creationId xmlns:a16="http://schemas.microsoft.com/office/drawing/2014/main" id="{344A6B84-CEB1-E05A-DD7C-07EE2272A4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7" t="21081" r="63169" b="9923"/>
          <a:stretch/>
        </p:blipFill>
        <p:spPr bwMode="auto">
          <a:xfrm>
            <a:off x="7521620" y="1852365"/>
            <a:ext cx="2663390" cy="4056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8055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4767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Deep Dive nella Rete (</a:t>
            </a:r>
            <a:r>
              <a:rPr lang="it-IT" dirty="0" err="1"/>
              <a:t>Hidden</a:t>
            </a:r>
            <a:r>
              <a:rPr lang="it-IT" dirty="0"/>
              <a:t> Layer)</a:t>
            </a:r>
          </a:p>
        </p:txBody>
      </p:sp>
      <p:pic>
        <p:nvPicPr>
          <p:cNvPr id="2" name="Picture 12" descr="Un diagramma che raffigura gli strati di una rete neurale profonda">
            <a:extLst>
              <a:ext uri="{FF2B5EF4-FFF2-40B4-BE49-F238E27FC236}">
                <a16:creationId xmlns:a16="http://schemas.microsoft.com/office/drawing/2014/main" id="{EB171DA3-B63E-8742-E0AB-17263130A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7" t="21081" r="10769" b="9923"/>
          <a:stretch/>
        </p:blipFill>
        <p:spPr bwMode="auto">
          <a:xfrm>
            <a:off x="6875495" y="242717"/>
            <a:ext cx="5175828" cy="2579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7EA0C86-A5AA-2CD0-6E74-38A114E7D9B5}"/>
              </a:ext>
            </a:extLst>
          </p:cNvPr>
          <p:cNvSpPr txBox="1"/>
          <p:nvPr/>
        </p:nvSpPr>
        <p:spPr>
          <a:xfrm>
            <a:off x="411645" y="950752"/>
            <a:ext cx="60983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Ogni neurone in uno strato nascosto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riceve input ponderati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dai neuroni del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precedente. 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Nel passaggio tra i nodi di uno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strato nascosto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e quelli dello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strato successivo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le frecce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non sono tutte uguali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Ogni freccia rappresenta una connessione tra due neuroni, ed ogni connessione ha un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peso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specifico che può essere diverso per ogni connessione. </a:t>
            </a:r>
          </a:p>
        </p:txBody>
      </p:sp>
      <p:pic>
        <p:nvPicPr>
          <p:cNvPr id="7" name="Picture 10" descr="Figure showing a generic activation function (a.k.a. transfer function) in an artificial neural network">
            <a:extLst>
              <a:ext uri="{FF2B5EF4-FFF2-40B4-BE49-F238E27FC236}">
                <a16:creationId xmlns:a16="http://schemas.microsoft.com/office/drawing/2014/main" id="{0568552D-00DB-2FD9-DBA9-20085183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83" y="3429000"/>
            <a:ext cx="4461099" cy="259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52A04B-0A25-527E-1887-1D5BA6D0AC55}"/>
              </a:ext>
            </a:extLst>
          </p:cNvPr>
          <p:cNvSpPr txBox="1"/>
          <p:nvPr/>
        </p:nvSpPr>
        <p:spPr>
          <a:xfrm>
            <a:off x="6509989" y="3044926"/>
            <a:ext cx="54962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Combinazione Lineare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Ogni neurone somma gli input ponderati che riceve. Questa somma è la combinazione lineare degli input.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Funzione di Attivazione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Il risultato della somma viene passato attraverso una funzione di attivazione (es.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ReLU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Sigmoide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) per introdurre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non linearità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. Questo permette alla rete di apprendere relazioni complesse nei dati.</a:t>
            </a: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Il risultato (output) di ogni neurone diventa l'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per i neuroni dello strato successivo</a:t>
            </a:r>
          </a:p>
        </p:txBody>
      </p:sp>
    </p:spTree>
    <p:extLst>
      <p:ext uri="{BB962C8B-B14F-4D97-AF65-F5344CB8AC3E}">
        <p14:creationId xmlns:p14="http://schemas.microsoft.com/office/powerpoint/2010/main" val="42473050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Deep Dive nella Rete (Output Layer)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27118DE-EFC0-CBF4-5EC0-8CED93F43E1D}"/>
              </a:ext>
            </a:extLst>
          </p:cNvPr>
          <p:cNvSpPr txBox="1"/>
          <p:nvPr/>
        </p:nvSpPr>
        <p:spPr>
          <a:xfrm>
            <a:off x="410957" y="843677"/>
            <a:ext cx="59312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L'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output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è l'ultimo strato. Qui, i neuroni prendono le informazioni elaborate dai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nascosti e producono un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risultato finale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Questo risultato potrebbe essere, ad esempio, una classificazione (es. "gatto", "cane", "uccello") o una predizione numerica (es. una probabilità).</a:t>
            </a:r>
          </a:p>
          <a:p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F51D740-6342-FEA1-F31F-8394F03BD3A9}"/>
              </a:ext>
            </a:extLst>
          </p:cNvPr>
          <p:cNvSpPr txBox="1"/>
          <p:nvPr/>
        </p:nvSpPr>
        <p:spPr>
          <a:xfrm>
            <a:off x="410957" y="3905998"/>
            <a:ext cx="45268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Esempio Pratico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Se la rete sta lavorando su riconoscimento di immagini, il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di output potrebbe assegnare probabilità a varie categorie e scegliere quella con la probabilità più alta (es. 90% "gatto").</a:t>
            </a:r>
          </a:p>
        </p:txBody>
      </p:sp>
      <p:pic>
        <p:nvPicPr>
          <p:cNvPr id="10" name="Picture 12" descr="Un diagramma che raffigura gli strati di una rete neurale profonda">
            <a:extLst>
              <a:ext uri="{FF2B5EF4-FFF2-40B4-BE49-F238E27FC236}">
                <a16:creationId xmlns:a16="http://schemas.microsoft.com/office/drawing/2014/main" id="{663D7D70-5977-C5D7-D1E9-75A938F0CF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81" t="29130" r="10769" b="9924"/>
          <a:stretch/>
        </p:blipFill>
        <p:spPr bwMode="auto">
          <a:xfrm>
            <a:off x="5412760" y="2960349"/>
            <a:ext cx="2236323" cy="300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aratteristiche del gatto - Zampol - La ...">
            <a:extLst>
              <a:ext uri="{FF2B5EF4-FFF2-40B4-BE49-F238E27FC236}">
                <a16:creationId xmlns:a16="http://schemas.microsoft.com/office/drawing/2014/main" id="{402BA715-8F6E-D40A-616C-08BF7D3A6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925" y="3152001"/>
            <a:ext cx="1252544" cy="83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Welsh Corgi Pembroke Cani Razza - Prezzo, Temperamento &amp; Foto |  AnnunciAnimali">
            <a:extLst>
              <a:ext uri="{FF2B5EF4-FFF2-40B4-BE49-F238E27FC236}">
                <a16:creationId xmlns:a16="http://schemas.microsoft.com/office/drawing/2014/main" id="{8EB6BA24-1EE8-CB80-E8DD-652A67698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925" y="4036945"/>
            <a:ext cx="1252544" cy="835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F7191E78-854C-D493-CFCB-71865CC66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4911" y="4923794"/>
            <a:ext cx="1296572" cy="83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2" descr="Un diagramma che raffigura gli strati di una rete neurale profonda">
            <a:extLst>
              <a:ext uri="{FF2B5EF4-FFF2-40B4-BE49-F238E27FC236}">
                <a16:creationId xmlns:a16="http://schemas.microsoft.com/office/drawing/2014/main" id="{EB171DA3-B63E-8742-E0AB-17263130A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7" t="21081" r="10769" b="9923"/>
          <a:stretch/>
        </p:blipFill>
        <p:spPr bwMode="auto">
          <a:xfrm>
            <a:off x="6813954" y="222646"/>
            <a:ext cx="5214496" cy="2598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DBD4AF3-D67F-0D9B-8A0D-9DD32FE64BC0}"/>
              </a:ext>
            </a:extLst>
          </p:cNvPr>
          <p:cNvSpPr txBox="1"/>
          <p:nvPr/>
        </p:nvSpPr>
        <p:spPr>
          <a:xfrm>
            <a:off x="9001524" y="3429000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</a:t>
            </a:r>
            <a:r>
              <a:rPr lang="it-IT" dirty="0"/>
              <a:t>=0.9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C003E06-FF5B-0B27-FFA4-7881187A8C17}"/>
              </a:ext>
            </a:extLst>
          </p:cNvPr>
          <p:cNvSpPr txBox="1"/>
          <p:nvPr/>
        </p:nvSpPr>
        <p:spPr>
          <a:xfrm>
            <a:off x="9001523" y="4187161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</a:t>
            </a:r>
            <a:r>
              <a:rPr lang="it-IT" dirty="0"/>
              <a:t>=0.2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36EE3ACA-A18E-94B1-661E-483D757B5837}"/>
              </a:ext>
            </a:extLst>
          </p:cNvPr>
          <p:cNvSpPr txBox="1"/>
          <p:nvPr/>
        </p:nvSpPr>
        <p:spPr>
          <a:xfrm>
            <a:off x="8982131" y="4971217"/>
            <a:ext cx="7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P</a:t>
            </a:r>
            <a:r>
              <a:rPr lang="it-IT" dirty="0"/>
              <a:t>=0.5</a:t>
            </a:r>
          </a:p>
        </p:txBody>
      </p:sp>
    </p:spTree>
    <p:extLst>
      <p:ext uri="{BB962C8B-B14F-4D97-AF65-F5344CB8AC3E}">
        <p14:creationId xmlns:p14="http://schemas.microsoft.com/office/powerpoint/2010/main" val="3772948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4192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Output </a:t>
            </a:r>
            <a:r>
              <a:rPr lang="it-IT" dirty="0" err="1"/>
              <a:t>layer</a:t>
            </a:r>
            <a:r>
              <a:rPr lang="it-IT" dirty="0"/>
              <a:t> – Output </a:t>
            </a:r>
            <a:r>
              <a:rPr lang="it-IT" dirty="0" err="1"/>
              <a:t>Function</a:t>
            </a:r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D0C9EBB-C5FF-C173-A759-9AC847C0576E}"/>
              </a:ext>
            </a:extLst>
          </p:cNvPr>
          <p:cNvSpPr txBox="1"/>
          <p:nvPr/>
        </p:nvSpPr>
        <p:spPr>
          <a:xfrm>
            <a:off x="410957" y="796585"/>
            <a:ext cx="11531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 nostra rete ha elaborato gli input, ma come otteniamo una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risposta finale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? La chiave è nella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funzione di attivazione dell'output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che trasforma i calcoli interni della rete in un valore interpretabile.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0867CBF-5F62-6855-4B76-A9CF96128970}"/>
              </a:ext>
            </a:extLst>
          </p:cNvPr>
          <p:cNvSpPr txBox="1"/>
          <p:nvPr/>
        </p:nvSpPr>
        <p:spPr>
          <a:xfrm>
            <a:off x="515599" y="1875783"/>
            <a:ext cx="7281382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20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Tipi di Funzioni di Attivazione dell'Output</a:t>
            </a:r>
          </a:p>
          <a:p>
            <a:pPr algn="l"/>
            <a:endParaRPr lang="it-IT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Classificazione Binaria (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Sigmoide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Output tra 0 e 1, interpretato come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probabilità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"85% probabilità che sia un gatto".</a:t>
            </a:r>
          </a:p>
          <a:p>
            <a:pPr marL="742950" lvl="1" indent="-285750" algn="l">
              <a:buFont typeface="+mj-lt"/>
              <a:buAutoNum type="arabicPeriod"/>
            </a:pP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Classificazione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Multiclass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Probabilità per ciascuna classe, somma totale = 1.</a:t>
            </a:r>
          </a:p>
          <a:p>
            <a:pPr lvl="1"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70% "gatto", 20% "cane", 10% "uccello".</a:t>
            </a:r>
          </a:p>
          <a:p>
            <a:pPr marL="742950" lvl="1" indent="-285750" algn="l">
              <a:buFont typeface="+mj-lt"/>
              <a:buAutoNum type="arabicPeriod"/>
            </a:pP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+mj-lt"/>
              <a:buAutoNum type="arabicPeriod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Regressione (Lineare)</a:t>
            </a: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Valore continuo, ideale per predire numeri (es. prezzo di una casa).</a:t>
            </a:r>
          </a:p>
        </p:txBody>
      </p:sp>
      <p:pic>
        <p:nvPicPr>
          <p:cNvPr id="8194" name="Picture 2" descr="Sigmoid function">
            <a:extLst>
              <a:ext uri="{FF2B5EF4-FFF2-40B4-BE49-F238E27FC236}">
                <a16:creationId xmlns:a16="http://schemas.microsoft.com/office/drawing/2014/main" id="{184ADCF6-7CD0-50D2-1AC5-68E8FEC4F7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8"/>
          <a:stretch/>
        </p:blipFill>
        <p:spPr bwMode="auto">
          <a:xfrm>
            <a:off x="8181519" y="1657393"/>
            <a:ext cx="2867798" cy="202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08FAC3BB-6BC9-9A9F-F4D1-29F1EF7BE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866" y="3692853"/>
            <a:ext cx="3327105" cy="2027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697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Come Insegniamo alla Rete a Prevedere?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2BA9B0-A9DB-47BD-E6FA-B0A9A4E9BCDE}"/>
              </a:ext>
            </a:extLst>
          </p:cNvPr>
          <p:cNvSpPr txBox="1"/>
          <p:nvPr/>
        </p:nvSpPr>
        <p:spPr>
          <a:xfrm>
            <a:off x="500019" y="907979"/>
            <a:ext cx="11780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Obiettivo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Insegnare alla rete a fare predizioni accurate, confrontando le sue predizioni con le etichette corrette.</a:t>
            </a:r>
          </a:p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La prima domanda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"Quanto la rete sta sbagliando nelle sue predizioni?"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DF0D02-6AD8-705E-C3C1-2FB5836E89B7}"/>
              </a:ext>
            </a:extLst>
          </p:cNvPr>
          <p:cNvSpPr txBox="1"/>
          <p:nvPr/>
        </p:nvSpPr>
        <p:spPr>
          <a:xfrm>
            <a:off x="500019" y="1757907"/>
            <a:ext cx="72969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La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funzione di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valuta </a:t>
            </a: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quanto le predizioni della rete differiscono dalle label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nel dataset.</a:t>
            </a:r>
          </a:p>
          <a:p>
            <a:pPr>
              <a:buFont typeface="Arial" panose="020B0604020202020204" pitchFamily="34" charset="0"/>
              <a:buChar char="•"/>
            </a:pPr>
            <a:endParaRPr lang="it-IT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Esempi di funzioni di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 per diversi tipi di problemi: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	Classificazione binaria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Binary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Cross-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Entropy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	Classificazione </a:t>
            </a:r>
            <a:r>
              <a:rPr lang="it-IT" b="1" dirty="0" err="1">
                <a:latin typeface="Calibri" panose="020F0502020204030204" pitchFamily="34" charset="0"/>
                <a:cs typeface="Calibri" panose="020F0502020204030204" pitchFamily="34" charset="0"/>
              </a:rPr>
              <a:t>multiclasse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Categorical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Cross-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Entropy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	Regressione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Mean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Squared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Error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b="1" dirty="0">
                <a:latin typeface="Calibri" panose="020F0502020204030204" pitchFamily="34" charset="0"/>
                <a:cs typeface="Calibri" panose="020F0502020204030204" pitchFamily="34" charset="0"/>
              </a:rPr>
              <a:t>Scopo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: Minimizzare la funzione di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, cioè ridurre la differenza tra predizione e realtà.</a:t>
            </a:r>
          </a:p>
        </p:txBody>
      </p:sp>
      <p:pic>
        <p:nvPicPr>
          <p:cNvPr id="10244" name="Picture 4" descr="gradient descent convex function">
            <a:extLst>
              <a:ext uri="{FF2B5EF4-FFF2-40B4-BE49-F238E27FC236}">
                <a16:creationId xmlns:a16="http://schemas.microsoft.com/office/drawing/2014/main" id="{01C2C406-8616-66E1-1F82-226F07140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2245" y="2235613"/>
            <a:ext cx="5187761" cy="338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322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Ottimizzatore e Back-</a:t>
            </a:r>
            <a:r>
              <a:rPr lang="it-IT" dirty="0" err="1"/>
              <a:t>Propagation</a:t>
            </a:r>
            <a:r>
              <a:rPr lang="it-IT" dirty="0"/>
              <a:t> : Come la Rete Impara</a:t>
            </a:r>
          </a:p>
        </p:txBody>
      </p:sp>
      <p:pic>
        <p:nvPicPr>
          <p:cNvPr id="9218" name="Picture 2" descr="gradient descent range">
            <a:extLst>
              <a:ext uri="{FF2B5EF4-FFF2-40B4-BE49-F238E27FC236}">
                <a16:creationId xmlns:a16="http://schemas.microsoft.com/office/drawing/2014/main" id="{E08DE23C-BD9A-3CA9-7B1A-5D0A81EC4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419" y="383509"/>
            <a:ext cx="3153413" cy="346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D4E6046-E69A-F754-9D56-00AE1F6271B4}"/>
              </a:ext>
            </a:extLst>
          </p:cNvPr>
          <p:cNvSpPr txBox="1"/>
          <p:nvPr/>
        </p:nvSpPr>
        <p:spPr>
          <a:xfrm>
            <a:off x="411644" y="972995"/>
            <a:ext cx="895563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Forward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Propagation</a:t>
            </a: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 rete riceve un input, elabora i dati attraverso i suoi strati, e genera una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predizione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Funzione di Loss</a:t>
            </a:r>
            <a:endParaRPr lang="it-IT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 predizione viene confrontata con il risultato reale usando la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funzione di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che misura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quanto la rete sbaglia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it-IT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Backpropagation</a:t>
            </a: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L'errore calcolato viene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propagato all'indietro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attraverso la rete, strato per strato, per capire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come ogni peso ha contribuito all'errore</a:t>
            </a: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4. L'Ottimizzatore: Migliorare i Pesi</a:t>
            </a:r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L'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ottimizzatore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aggiorna i pesi della rete, utilizzando il gradiente dell'errore, in modo che le prossime predizioni siano più accurate.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BBC6A65-F3B8-A8D8-0A09-0F121DD308D5}"/>
              </a:ext>
            </a:extLst>
          </p:cNvPr>
          <p:cNvSpPr txBox="1"/>
          <p:nvPr/>
        </p:nvSpPr>
        <p:spPr>
          <a:xfrm>
            <a:off x="411644" y="5238674"/>
            <a:ext cx="11569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 Sintesi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L'ottimizzatore e la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backpropagation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lavorano insieme per ridurre progressivamente l'errore,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aggiustando i pesi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della rete dopo ogni ciclo di apprendimento.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0348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370D1ABA-BF0F-0E1E-EB1D-3DD9C2F89540}"/>
              </a:ext>
            </a:extLst>
          </p:cNvPr>
          <p:cNvSpPr txBox="1"/>
          <p:nvPr/>
        </p:nvSpPr>
        <p:spPr>
          <a:xfrm>
            <a:off x="411645" y="242717"/>
            <a:ext cx="6097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>
              <a:defRPr sz="24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it-IT" dirty="0"/>
              <a:t>Epoche, Batch, Iterazioni e il Ciclo di Training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A2CC78A-0EBC-F838-0A01-FB1673923F9E}"/>
              </a:ext>
            </a:extLst>
          </p:cNvPr>
          <p:cNvSpPr txBox="1"/>
          <p:nvPr/>
        </p:nvSpPr>
        <p:spPr>
          <a:xfrm>
            <a:off x="411644" y="1010668"/>
            <a:ext cx="75990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Batch e Iterazioni: 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 dati sono suddivisi in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cioè piccoli lotti. Ogni batch è processato in un'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iterazione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l"/>
            <a:endParaRPr lang="it-IT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Iterazione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Un singolo passaggio della rete su un batch, con aggiornamento dei pesi.</a:t>
            </a:r>
          </a:p>
          <a:p>
            <a:pPr algn="l"/>
            <a:endParaRPr lang="it-IT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Epoca (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Epoch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it-IT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Un'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epoca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è quando la rete ha visto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tutti i dati del dataset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una volta. Di solito, sono necessarie più epoche per un buon apprendimento.</a:t>
            </a:r>
          </a:p>
          <a:p>
            <a:pPr algn="l"/>
            <a:endParaRPr lang="it-IT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074" name="Picture 2" descr="Rethinking Batch in BatchNorm :: Päpper's Machine Learning Blog — This blog  features state of the art applications in machine learning with a lot of  PyTorch samples and deep learning code. You">
            <a:extLst>
              <a:ext uri="{FF2B5EF4-FFF2-40B4-BE49-F238E27FC236}">
                <a16:creationId xmlns:a16="http://schemas.microsoft.com/office/drawing/2014/main" id="{57009AC2-187A-D4A3-0657-26FB21B0F3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782" b="47013"/>
          <a:stretch/>
        </p:blipFill>
        <p:spPr bwMode="auto">
          <a:xfrm>
            <a:off x="8292225" y="704382"/>
            <a:ext cx="3488130" cy="1825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FE406A-0243-B3CF-7C6E-E8388D16DFAD}"/>
              </a:ext>
            </a:extLst>
          </p:cNvPr>
          <p:cNvSpPr txBox="1"/>
          <p:nvPr/>
        </p:nvSpPr>
        <p:spPr>
          <a:xfrm>
            <a:off x="501445" y="353900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Cosa Succede a Fine Epoca?</a:t>
            </a:r>
          </a:p>
          <a:p>
            <a:pPr algn="l"/>
            <a:endParaRPr lang="it-IT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Valutazione delle performance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La rete è testata su un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 di validazione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per misurare </a:t>
            </a:r>
            <a:r>
              <a:rPr lang="it-IT" b="1" i="0" u="none" strike="noStrike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loss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e </a:t>
            </a: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accuratezza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Aggiornamento delle metriche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Monitoriamo i progressi per vedere se la rete migliora.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it-IT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Salvataggio del modello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se ci sono miglioramenti significativi.</a:t>
            </a:r>
          </a:p>
        </p:txBody>
      </p:sp>
      <p:pic>
        <p:nvPicPr>
          <p:cNvPr id="3076" name="Picture 4" descr="Training error and cross-validation error, as a function of model... |  Download Scientific Diagram">
            <a:extLst>
              <a:ext uri="{FF2B5EF4-FFF2-40B4-BE49-F238E27FC236}">
                <a16:creationId xmlns:a16="http://schemas.microsoft.com/office/drawing/2014/main" id="{90C31B7C-6E14-F6CF-5185-757C6EB0C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232" y="3147350"/>
            <a:ext cx="3886700" cy="269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663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2719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2F973F-8EAB-C1A6-5847-1D486CD59103}"/>
              </a:ext>
            </a:extLst>
          </p:cNvPr>
          <p:cNvSpPr txBox="1"/>
          <p:nvPr/>
        </p:nvSpPr>
        <p:spPr>
          <a:xfrm>
            <a:off x="1140821" y="1933303"/>
            <a:ext cx="62527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Virtual Environment</a:t>
            </a:r>
          </a:p>
        </p:txBody>
      </p:sp>
    </p:spTree>
    <p:extLst>
      <p:ext uri="{BB962C8B-B14F-4D97-AF65-F5344CB8AC3E}">
        <p14:creationId xmlns:p14="http://schemas.microsoft.com/office/powerpoint/2010/main" val="1256400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606829" y="1022881"/>
            <a:ext cx="953149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Cosa sono i Pacchetti?</a:t>
            </a:r>
            <a:r>
              <a:rPr lang="it-IT" dirty="0"/>
              <a:t>: Collezioni di codice Python che estendono le funzionalità base del linguaggio, come librerie per l'analisi dei dati, strumenti di machine learning, ecc.</a:t>
            </a:r>
          </a:p>
          <a:p>
            <a:pPr marL="342900" indent="-342900">
              <a:buAutoNum type="arabicPeriod"/>
            </a:pPr>
            <a:endParaRPr lang="it-IT" dirty="0"/>
          </a:p>
          <a:p>
            <a:endParaRPr lang="it-IT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Package Index (</a:t>
            </a:r>
            <a:r>
              <a:rPr kumimoji="0" lang="it-IT" altLang="it-IT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PyPI</a:t>
            </a: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Il repository ufficiale dove vengono ospitati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pacchetti Python.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Permette agli sviluppatori di condividere pacchetti con altri utenti.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Gli utenti possono scaricare e installare pacchetti tramite strumenti come Pip.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dirty="0"/>
              <a:t>Come Funziona </a:t>
            </a:r>
            <a:r>
              <a:rPr lang="it-IT" b="1" dirty="0"/>
              <a:t>Pip</a:t>
            </a:r>
            <a:r>
              <a:rPr lang="it-IT" dirty="0"/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it-IT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gestore di pacchetti per Python che consente di installare pacchetti da </a:t>
            </a:r>
            <a:r>
              <a:rPr kumimoji="0" lang="it-IT" altLang="it-IT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PyPI</a:t>
            </a:r>
            <a:r>
              <a:rPr lang="it-IT" altLang="it-IT" dirty="0">
                <a:latin typeface="Arial" panose="020B0604020202020204" pitchFamily="34" charset="0"/>
              </a:rPr>
              <a:t>, gestendo anche le dipendenze specificate nel pacchetto.</a:t>
            </a: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6768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Introduzione ai Pacchetti Python, </a:t>
            </a:r>
            <a:r>
              <a:rPr lang="it-IT" b="1" dirty="0" err="1"/>
              <a:t>PyPI</a:t>
            </a:r>
            <a:r>
              <a:rPr lang="it-IT" b="1" dirty="0"/>
              <a:t> e Pip: Gestione e Utilizzo</a:t>
            </a:r>
            <a:endParaRPr lang="it-IT" dirty="0"/>
          </a:p>
        </p:txBody>
      </p:sp>
      <p:pic>
        <p:nvPicPr>
          <p:cNvPr id="1026" name="Picture 2" descr="Risultato immagine per python package">
            <a:extLst>
              <a:ext uri="{FF2B5EF4-FFF2-40B4-BE49-F238E27FC236}">
                <a16:creationId xmlns:a16="http://schemas.microsoft.com/office/drawing/2014/main" id="{147A09AC-9B8D-8903-A240-07DEC4378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77" y="19878"/>
            <a:ext cx="214312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B4BF99F3-818B-A8AB-5E21-3906CD021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09AB520-CD0A-B2F9-57B7-673394B1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451" y="4670006"/>
            <a:ext cx="3591426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0671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606829" y="1022881"/>
            <a:ext cx="1117104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Definizione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Un ambiente virtuale è uno spazio isolato dove puoi installare pacchetti Python senza interferire con il sistema globale.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it-IT" altLang="it-IT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Vantaggi</a:t>
            </a: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Isola le dipendenze per progetti diversi.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Evita conflitti tra librerie e versioni diverse.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it-IT" alt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Permette di avere ambienti di sviluppo specifici per ciascun progetto.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it-IT" b="1" dirty="0"/>
              <a:t>Introduzione a </a:t>
            </a:r>
            <a:r>
              <a:rPr lang="it-IT" b="1" dirty="0" err="1"/>
              <a:t>Conda</a:t>
            </a:r>
            <a:endParaRPr kumimoji="0" lang="it-IT" altLang="it-IT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it-IT" dirty="0" err="1"/>
              <a:t>Conda</a:t>
            </a:r>
            <a:r>
              <a:rPr lang="it-IT" dirty="0"/>
              <a:t> è un </a:t>
            </a:r>
            <a:r>
              <a:rPr lang="it-IT" b="1" dirty="0"/>
              <a:t>sistema di gestione dei pacchetti </a:t>
            </a:r>
            <a:r>
              <a:rPr lang="it-IT" dirty="0"/>
              <a:t>e di gestione degli ambienti open source, progettato per installare più versioni di pacchetti software e delle loro dipendenze, e per passare facilmente da una versione all'altra.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kumimoji="0" lang="it-IT" altLang="it-IT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alt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3105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Cos'è un Ambiente Virtuale?</a:t>
            </a:r>
          </a:p>
        </p:txBody>
      </p:sp>
      <p:pic>
        <p:nvPicPr>
          <p:cNvPr id="2050" name="Picture 2" descr="Risultato immagine per conda">
            <a:extLst>
              <a:ext uri="{FF2B5EF4-FFF2-40B4-BE49-F238E27FC236}">
                <a16:creationId xmlns:a16="http://schemas.microsoft.com/office/drawing/2014/main" id="{4C067B64-1DC6-5217-AF9B-C9C3A60BA8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346" y="4874217"/>
            <a:ext cx="2441825" cy="105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936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0D44854F-2D30-FA80-801A-BA45E86EE13F}"/>
              </a:ext>
            </a:extLst>
          </p:cNvPr>
          <p:cNvSpPr txBox="1"/>
          <p:nvPr/>
        </p:nvSpPr>
        <p:spPr>
          <a:xfrm>
            <a:off x="606830" y="1022881"/>
            <a:ext cx="1124061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Aprite l’anaconda prompt</a:t>
            </a:r>
          </a:p>
          <a:p>
            <a:endParaRPr lang="it-IT" dirty="0"/>
          </a:p>
          <a:p>
            <a:r>
              <a:rPr lang="it-IT" dirty="0"/>
              <a:t>Eseguite in ordine i seguenti comandi:</a:t>
            </a:r>
          </a:p>
          <a:p>
            <a:endParaRPr lang="it-IT" dirty="0"/>
          </a:p>
          <a:p>
            <a:pPr marL="342900" indent="-342900">
              <a:buAutoNum type="arabicPeriod"/>
            </a:pPr>
            <a:r>
              <a:rPr lang="it-IT" dirty="0" err="1"/>
              <a:t>conda</a:t>
            </a:r>
            <a:r>
              <a:rPr lang="it-IT" dirty="0"/>
              <a:t> </a:t>
            </a:r>
            <a:r>
              <a:rPr lang="it-IT" dirty="0" err="1"/>
              <a:t>env</a:t>
            </a:r>
            <a:r>
              <a:rPr lang="it-IT" dirty="0"/>
              <a:t> create -f </a:t>
            </a:r>
            <a:r>
              <a:rPr lang="it-IT" dirty="0" err="1"/>
              <a:t>env.yaml</a:t>
            </a:r>
            <a:r>
              <a:rPr lang="it-IT" dirty="0"/>
              <a:t> 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--name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python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-forecast-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course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 dirty="0" err="1"/>
              <a:t>conda</a:t>
            </a:r>
            <a:r>
              <a:rPr lang="it-IT" dirty="0"/>
              <a:t> </a:t>
            </a:r>
            <a:r>
              <a:rPr lang="it-IT" dirty="0" err="1"/>
              <a:t>activate</a:t>
            </a:r>
            <a:r>
              <a:rPr lang="it-IT" dirty="0"/>
              <a:t> 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python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-forecast-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course</a:t>
            </a:r>
            <a:endParaRPr lang="it-IT" dirty="0"/>
          </a:p>
          <a:p>
            <a:pPr marL="342900" indent="-342900">
              <a:buAutoNum type="arabicPeriod"/>
            </a:pPr>
            <a:r>
              <a:rPr lang="it-IT" dirty="0" err="1"/>
              <a:t>python</a:t>
            </a:r>
            <a:r>
              <a:rPr lang="it-IT" dirty="0"/>
              <a:t> -m </a:t>
            </a:r>
            <a:r>
              <a:rPr lang="it-IT" dirty="0" err="1"/>
              <a:t>ipykernel</a:t>
            </a:r>
            <a:r>
              <a:rPr lang="it-IT" dirty="0"/>
              <a:t> </a:t>
            </a:r>
            <a:r>
              <a:rPr lang="it-IT" dirty="0" err="1"/>
              <a:t>install</a:t>
            </a:r>
            <a:r>
              <a:rPr lang="it-IT" dirty="0"/>
              <a:t> --user --name=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python</a:t>
            </a:r>
            <a:r>
              <a:rPr lang="it-IT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-forecast-</a:t>
            </a:r>
            <a:r>
              <a:rPr lang="it-IT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course</a:t>
            </a:r>
            <a:endParaRPr lang="it-IT" dirty="0"/>
          </a:p>
          <a:p>
            <a:pPr marL="342900" indent="-342900">
              <a:buAutoNum type="arabicPeriod"/>
            </a:pPr>
            <a:endParaRPr lang="it-IT" dirty="0"/>
          </a:p>
          <a:p>
            <a:pPr marL="342900" indent="-342900">
              <a:buAutoNum type="arabicPeriod"/>
            </a:pPr>
            <a:endParaRPr lang="it-IT" dirty="0"/>
          </a:p>
          <a:p>
            <a:r>
              <a:rPr lang="it-IT" dirty="0"/>
              <a:t>Nell’ordine viene creato </a:t>
            </a:r>
            <a:r>
              <a:rPr lang="it-IT" dirty="0" err="1"/>
              <a:t>l’environment</a:t>
            </a:r>
            <a:r>
              <a:rPr lang="it-IT" dirty="0"/>
              <a:t> allo step 1, poi viene attivato in modo che usandolo eseguiamo la terza istruzione che ce lo rende disponibile in </a:t>
            </a:r>
            <a:r>
              <a:rPr lang="it-IT" dirty="0" err="1"/>
              <a:t>jupyter</a:t>
            </a:r>
            <a:r>
              <a:rPr lang="it-IT" dirty="0"/>
              <a:t> notebook come kernel.</a:t>
            </a:r>
          </a:p>
          <a:p>
            <a:pPr marL="342900" indent="-342900">
              <a:buAutoNum type="arabicPeriod"/>
            </a:pPr>
            <a:endParaRPr lang="it-IT" dirty="0"/>
          </a:p>
          <a:p>
            <a:pPr marL="342900" indent="-342900">
              <a:buAutoNum type="arabicPeriod"/>
            </a:pPr>
            <a:endParaRPr lang="it-IT" dirty="0"/>
          </a:p>
          <a:p>
            <a:pPr marL="342900" indent="-342900">
              <a:buAutoNum type="arabicPeriod"/>
            </a:pPr>
            <a:endParaRPr lang="it-IT" dirty="0"/>
          </a:p>
          <a:p>
            <a:r>
              <a:rPr lang="it-IT" dirty="0"/>
              <a:t>*</a:t>
            </a:r>
            <a:r>
              <a:rPr lang="it-IT" dirty="0" err="1"/>
              <a:t>env.yaml</a:t>
            </a:r>
            <a:r>
              <a:rPr lang="it-IT" dirty="0"/>
              <a:t> è un file che vi fornisco che contiene i dettagli dei pacchetti necessari per la creazione </a:t>
            </a:r>
            <a:r>
              <a:rPr lang="it-IT" dirty="0" err="1"/>
              <a:t>dell’environment</a:t>
            </a:r>
            <a:endParaRPr lang="it-IT" dirty="0"/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45A6E3-2DAE-D404-1AB9-B6309BF05F6A}"/>
              </a:ext>
            </a:extLst>
          </p:cNvPr>
          <p:cNvSpPr txBox="1"/>
          <p:nvPr/>
        </p:nvSpPr>
        <p:spPr>
          <a:xfrm>
            <a:off x="606829" y="426315"/>
            <a:ext cx="394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Come Creare un </a:t>
            </a:r>
            <a:r>
              <a:rPr lang="it-IT" b="1" dirty="0" err="1"/>
              <a:t>Conda</a:t>
            </a:r>
            <a:r>
              <a:rPr lang="it-IT" b="1" dirty="0"/>
              <a:t> Environment</a:t>
            </a:r>
          </a:p>
        </p:txBody>
      </p:sp>
    </p:spTree>
    <p:extLst>
      <p:ext uri="{BB962C8B-B14F-4D97-AF65-F5344CB8AC3E}">
        <p14:creationId xmlns:p14="http://schemas.microsoft.com/office/powerpoint/2010/main" val="24131263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ersonalizzato 1">
      <a:majorFont>
        <a:latin typeface="Lato Black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433660c-feb5-4128-8540-15a171772da6" xsi:nil="true"/>
    <lcf76f155ced4ddcb4097134ff3c332f xmlns="e4231d99-7c26-474c-b5f4-3357e8fa85e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1E5CD625E675A42B6040BD7E58EFFBA" ma:contentTypeVersion="12" ma:contentTypeDescription="Creare un nuovo documento." ma:contentTypeScope="" ma:versionID="fb807d1fa8a06276b1e97d58e4ac795d">
  <xsd:schema xmlns:xsd="http://www.w3.org/2001/XMLSchema" xmlns:xs="http://www.w3.org/2001/XMLSchema" xmlns:p="http://schemas.microsoft.com/office/2006/metadata/properties" xmlns:ns2="e4231d99-7c26-474c-b5f4-3357e8fa85e0" xmlns:ns3="2433660c-feb5-4128-8540-15a171772da6" targetNamespace="http://schemas.microsoft.com/office/2006/metadata/properties" ma:root="true" ma:fieldsID="954fedd8067609b9d82db79984110376" ns2:_="" ns3:_="">
    <xsd:import namespace="e4231d99-7c26-474c-b5f4-3357e8fa85e0"/>
    <xsd:import namespace="2433660c-feb5-4128-8540-15a171772d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231d99-7c26-474c-b5f4-3357e8fa85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 immagine" ma:readOnly="false" ma:fieldId="{5cf76f15-5ced-4ddc-b409-7134ff3c332f}" ma:taxonomyMulti="true" ma:sspId="e92e9c1d-0a16-416f-8786-90fcd36246f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33660c-feb5-4128-8540-15a171772d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391645e-5bfa-426b-8620-88ebf7d65de1}" ma:internalName="TaxCatchAll" ma:showField="CatchAllData" ma:web="2433660c-feb5-4128-8540-15a171772d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50C1AF-50D7-4AF8-99E6-A8110CED6891}">
  <ds:schemaRefs>
    <ds:schemaRef ds:uri="http://schemas.microsoft.com/office/2006/metadata/properties"/>
    <ds:schemaRef ds:uri="http://schemas.microsoft.com/office/infopath/2007/PartnerControls"/>
    <ds:schemaRef ds:uri="2433660c-feb5-4128-8540-15a171772da6"/>
    <ds:schemaRef ds:uri="e4231d99-7c26-474c-b5f4-3357e8fa85e0"/>
  </ds:schemaRefs>
</ds:datastoreItem>
</file>

<file path=customXml/itemProps2.xml><?xml version="1.0" encoding="utf-8"?>
<ds:datastoreItem xmlns:ds="http://schemas.openxmlformats.org/officeDocument/2006/customXml" ds:itemID="{3B7929D8-7F94-4DD8-89C5-765AD6E14F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638608-AC74-4D89-871F-5A43E986A9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231d99-7c26-474c-b5f4-3357e8fa85e0"/>
    <ds:schemaRef ds:uri="2433660c-feb5-4128-8540-15a171772d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16541</TotalTime>
  <Words>2391</Words>
  <Application>Microsoft Macintosh PowerPoint</Application>
  <PresentationFormat>Widescreen</PresentationFormat>
  <Paragraphs>263</Paragraphs>
  <Slides>32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32</vt:i4>
      </vt:variant>
    </vt:vector>
  </HeadingPairs>
  <TitlesOfParts>
    <vt:vector size="42" baseType="lpstr">
      <vt:lpstr>-webkit-standard</vt:lpstr>
      <vt:lpstr>Arial</vt:lpstr>
      <vt:lpstr>Calibri</vt:lpstr>
      <vt:lpstr>Calibri Light</vt:lpstr>
      <vt:lpstr>Inter</vt:lpstr>
      <vt:lpstr>Lato</vt:lpstr>
      <vt:lpstr>Lato Black</vt:lpstr>
      <vt:lpstr>Wingdings</vt:lpstr>
      <vt:lpstr>Tema di Office</vt:lpstr>
      <vt:lpstr>Personalizza struttura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Camilla Ferraro</dc:creator>
  <cp:lastModifiedBy>Andrea Corvaglia</cp:lastModifiedBy>
  <cp:revision>41</cp:revision>
  <dcterms:created xsi:type="dcterms:W3CDTF">2022-12-16T09:28:59Z</dcterms:created>
  <dcterms:modified xsi:type="dcterms:W3CDTF">2025-02-17T15:59:20Z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0x01010041E5CD625E675A42B6040BD7E58EFFBA</vt:lpwstr>
  </property>
</Properties>
</file>